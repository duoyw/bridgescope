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614" r:id="rId2"/>
    <p:sldId id="2142532600" r:id="rId3"/>
    <p:sldId id="2142532598" r:id="rId4"/>
    <p:sldId id="2142532613" r:id="rId5"/>
    <p:sldId id="2142532616" r:id="rId6"/>
    <p:sldId id="2142532617" r:id="rId7"/>
    <p:sldId id="2142532619" r:id="rId8"/>
    <p:sldId id="2142532621" r:id="rId9"/>
    <p:sldId id="2142532623" r:id="rId10"/>
    <p:sldId id="2142532625" r:id="rId11"/>
    <p:sldId id="2142532606" r:id="rId12"/>
    <p:sldId id="2142532608" r:id="rId13"/>
    <p:sldId id="2142532624" r:id="rId14"/>
    <p:sldId id="2142532609" r:id="rId15"/>
    <p:sldId id="2142532611" r:id="rId16"/>
    <p:sldId id="2142532607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5B673D9F-7E67-314F-907B-F073716C9F3D}">
          <p14:sldIdLst>
            <p14:sldId id="614"/>
          </p14:sldIdLst>
        </p14:section>
        <p14:section name="Background" id="{54A75CFF-6A20-5D48-99CA-1A6808A1F761}">
          <p14:sldIdLst>
            <p14:sldId id="2142532600"/>
            <p14:sldId id="2142532598"/>
            <p14:sldId id="2142532613"/>
            <p14:sldId id="2142532616"/>
            <p14:sldId id="2142532617"/>
          </p14:sldIdLst>
        </p14:section>
        <p14:section name="Our Solution" id="{EFDEF8CA-B61B-5D4C-8552-37C4C0B5D01D}">
          <p14:sldIdLst>
            <p14:sldId id="2142532619"/>
            <p14:sldId id="2142532621"/>
            <p14:sldId id="2142532623"/>
            <p14:sldId id="2142532625"/>
          </p14:sldIdLst>
        </p14:section>
        <p14:section name="Experiments" id="{E9A6922F-EA02-CE40-9E82-15D8CFA42BCC}">
          <p14:sldIdLst>
            <p14:sldId id="2142532606"/>
            <p14:sldId id="2142532608"/>
            <p14:sldId id="2142532624"/>
            <p14:sldId id="2142532609"/>
          </p14:sldIdLst>
        </p14:section>
        <p14:section name="Conclusions" id="{1CB7EEC9-C478-1F41-9039-42C91D7191A3}">
          <p14:sldIdLst>
            <p14:sldId id="2142532611"/>
            <p14:sldId id="214253260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C9C9"/>
    <a:srgbClr val="C0C0C0"/>
    <a:srgbClr val="CCC8C8"/>
    <a:srgbClr val="BFBFBF"/>
    <a:srgbClr val="FBE5D6"/>
    <a:srgbClr val="3C7676"/>
    <a:srgbClr val="F0F8ED"/>
    <a:srgbClr val="4573C5"/>
    <a:srgbClr val="FFC207"/>
    <a:srgbClr val="FBE6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64099"/>
  </p:normalViewPr>
  <p:slideViewPr>
    <p:cSldViewPr snapToGrid="0">
      <p:cViewPr varScale="1">
        <p:scale>
          <a:sx n="78" d="100"/>
          <a:sy n="78" d="100"/>
        </p:scale>
        <p:origin x="10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9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E14440-D322-7B4E-B110-09A17F248D53}" type="datetimeFigureOut">
              <a:rPr kumimoji="1" lang="zh-CN" altLang="en-US" smtClean="0"/>
              <a:t>2026/1/20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D4081F-E3C2-9E45-B036-2D37B532FCB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016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EDF00-E3FE-A44B-939B-76764E56B01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347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4081F-E3C2-9E45-B036-2D37B532FCB2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87255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4081F-E3C2-9E45-B036-2D37B532FCB2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8608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E85A3-ECA6-776C-D054-4F361C12F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A59075-0B66-8D88-7071-7ADA96E2E1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5FED93-DBE0-499E-BDC1-FE49710AE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AA7CE1-5016-E69A-40CA-6EEBAF4C1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4081F-E3C2-9E45-B036-2D37B532FCB2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7482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D926F-1452-4097-ED27-8C970B434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40DF24-4586-E607-0DA5-4779F29EF7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4CDFC9-F4AB-6275-EEE8-9FA29C900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79C6EE-DD47-CAB8-A08F-0E5941AD65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4081F-E3C2-9E45-B036-2D37B532FCB2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2904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5BFE2-B22E-7DC4-59BD-76D5C29FC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68E0E7-EC3F-F40A-02E2-F45F3CAE5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6D48B5-65C5-F557-8470-584DCB7B7D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DA756B-EA98-D5A5-619E-85840582BE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4081F-E3C2-9E45-B036-2D37B532FCB2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18310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FB8D7-8410-BA71-1B31-9AA154928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E384A5-925F-1FB0-5424-BBA65D66AA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6649A8B-A555-89DB-4ADD-F6CB2D73A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2D3F65-94C4-E963-46FD-1F9C9B95E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4081F-E3C2-9E45-B036-2D37B532FCB2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32425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F4E89-0636-F93E-B90C-CB13D8C9B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2FE385-E52F-0986-64D5-DD1004859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51CC5C-47C1-ADB3-515C-53F41A9224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525900-423B-9559-0EDD-21014E543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4081F-E3C2-9E45-B036-2D37B532FCB2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283504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0AC20-15C2-B3C7-32D3-B074BB3A6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C0170E-137A-5971-E93F-6FCA1187D7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DF0F95-F72B-49E2-7CA7-6A27DAC729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5CD112-0EFD-F5C5-D5FD-64851D32E9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4081F-E3C2-9E45-B036-2D37B532FCB2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54318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BA0DF-020E-69D1-7A9F-01D2D81FE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9C9451-2397-CA1D-D01C-7C2DDA3180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0AA9CF-BDA2-2AB2-3934-3190BCD43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3B8574-95A7-B518-0235-BCE9AD022B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4081F-E3C2-9E45-B036-2D37B532FCB2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52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01E56-C7B6-748F-A3C1-8C7CC81D1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3B6DEE-B6BE-8A04-1EBD-045F89203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0D0580F-6DFB-FB1F-2A85-FCB555CD88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E8BDFA-981E-AE52-B9D6-9EF04A4FBE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4081F-E3C2-9E45-B036-2D37B532FCB2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73355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46848-84A9-7B30-7AF8-1E3466334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6694876-F369-C17D-B0B2-6438BE525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23D8D22-A149-1B37-A771-5A0ED7D9F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538702-0B3A-504B-7A62-2A0E336C6D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4081F-E3C2-9E45-B036-2D37B532FCB2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92782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E95FA-C252-E478-FDC6-1BA732C35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6377FF-9FE9-E9E0-D51F-C57BD7F88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4E0F5F-4710-4280-DAD0-F6ADDFED6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B2B2DF-00AF-8A2C-5C42-2148EC1DE2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4081F-E3C2-9E45-B036-2D37B532FCB2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29473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715E9-582E-8494-01BC-10260D54B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19EF94-886F-0DF6-DEEF-A55A50719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2C285E-D4D9-5CAA-729E-12B44884C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FE6E0E-D592-A1CC-F46A-C2B89366F6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4081F-E3C2-9E45-B036-2D37B532FCB2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16531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7F4AA-E912-E1B0-C8ED-F64E1F723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92F054A-D7C9-6CE7-98D1-05AB316F5B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A4FDF99-2D83-F24A-847A-A642F6E59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6BEA13-2C2B-A2D0-8322-AF352CFCE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4081F-E3C2-9E45-B036-2D37B532FCB2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81155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CC1C9-FA5A-01FF-058C-AA4F19FE8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F092B-857C-AE84-91AA-8B218DE78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CD95B-200E-1B26-0C9D-4BC806616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58B8F-96F4-1CA6-D0CE-15384A56CB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3904A2-D087-4C25-BE3F-014638376A5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503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BD9AF-8E7E-1353-E1A0-89A359A25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48F87C0-FDA2-5AA6-68D3-2374889CDF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C42614-1DCB-C840-2539-36EB13B0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47CA7B-735D-FCB4-77E1-D625AAD10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64402D-3E3B-8FD3-5E9B-F89A95563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0CBA-2EFE-6B43-904B-8F092F4680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049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FEBB45-5BCA-15BA-0B41-4AA068AF8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689" y="156780"/>
            <a:ext cx="10902387" cy="630297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灯片编号占位符 5">
            <a:extLst>
              <a:ext uri="{FF2B5EF4-FFF2-40B4-BE49-F238E27FC236}">
                <a16:creationId xmlns:a16="http://schemas.microsoft.com/office/drawing/2014/main" id="{FD325CE8-778D-5052-D4CF-F0A73244E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5440CBA-2EFE-6B43-904B-8F092F4680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9393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AEB50C-2256-5A6F-1DBF-F3CC997FB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88FD1A-C476-D44E-CA65-2E49E22D3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18773B-E0E3-3C8D-655D-2DBBF4F31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634C45-23AA-D42F-06CD-C17658343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F5951F-628B-20A1-F886-4DBEEB999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0CBA-2EFE-6B43-904B-8F092F4680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0253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AEB50C-2256-5A6F-1DBF-F3CC997FB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646"/>
            <a:ext cx="9104453" cy="549275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88FD1A-C476-D44E-CA65-2E49E22D3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1251"/>
            <a:ext cx="10515600" cy="52857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EE74DCA3-0CC9-C021-09FA-294F006D8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5440CBA-2EFE-6B43-904B-8F092F4680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8872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B5F659-1751-A09D-B6BC-CEFD6315C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9A154A-BDF7-E022-0094-462067FA8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A9A182-14E9-770B-894C-0CA494099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3D3BA6-A77C-B451-BB9F-34A0418E2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13765A-99E2-7677-649E-BC7C8E756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0CBA-2EFE-6B43-904B-8F092F4680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4734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0108BD-A2F6-ADA4-142D-2A0175C2A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7DFA41-1D30-B2EF-C81A-18D6380CBF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1385A7-8AE1-830D-0F28-A3BCE8F6F5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A59AD7-BF75-7FB7-1CAD-479B6629E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9EBE5B-77C6-F13E-E1FB-8844D9330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B39928-2A2F-CBA3-BDAF-6A929E3DA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0CBA-2EFE-6B43-904B-8F092F4680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4668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5760C4-5A37-670C-51FD-444122CCB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880D8C-184E-AC00-94BF-789F56F2E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4B6EE9-5A66-E53D-01D5-C2C77A6D6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E5C5532-F333-DA91-0C73-5C8D1F1FB1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95F3908-D0B8-8369-E58F-58231BD805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B49FB5B-A1A9-01AB-BC23-72C20E891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E218D97-4F92-2105-6EDD-64E0233A0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6C1D1EA-92A9-156E-64AF-C97148933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0CBA-2EFE-6B43-904B-8F092F4680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1731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F6E394-FC4B-405B-7849-4550A08CA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0ABE8D4-D83A-09AE-040E-F6707177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AFDAB1-4993-9F18-12A8-5D44A14B6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49446D-2501-183E-4DFE-754B7A703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0CBA-2EFE-6B43-904B-8F092F4680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7435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49EE3B6-F0B7-5AB3-7520-BF0B2881F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A99093D-BF19-13EE-66B9-30F4D184C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1F806F-207E-1E78-440B-BE09BAB3A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0CBA-2EFE-6B43-904B-8F092F4680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0209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B273CA-46CE-D373-D87B-CDE7206D2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8E0A01-2633-2EEA-ADA6-AE9468E79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62A181B-87D4-7B2B-7B39-28ECF7A92C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7F5FE6-FF6D-E806-D975-ED6964D49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C8B86D-7A8E-7474-0C09-8A82A9222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C28604-E3ED-E829-EB06-92090F555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0CBA-2EFE-6B43-904B-8F092F4680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0610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D9A614-0B58-47A4-987F-43EE7274E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53C6970-A956-8E51-6772-0D7B88A85C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33544E-20CF-1C48-9429-A0E570E86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744A37-9C17-82B8-B454-2335EABCD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FE5583-7D0E-63CB-DFEB-042947455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3A5C7E-9846-A942-3079-0BE295025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0CBA-2EFE-6B43-904B-8F092F4680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50015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183CE6-9565-EB59-9801-BEA4DD0F7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830E4B-A334-E7BD-1018-F170A0BE6F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6410AC-0312-10A8-6F02-209E66BF4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701365-85BB-DB73-2E2F-AB3E9607D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864002-2FC4-51AB-38A1-EE2F35E8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0CBA-2EFE-6B43-904B-8F092F4680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78912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2A78900-15C9-1C00-7723-70ED019C38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64AF61-A4FD-34DC-23EA-AF98A32DA5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6CF3C7-FC4D-5EF7-7CCB-3225C4A9B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2A4A0A-10F3-A82D-5D49-83E3F80C5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C4FC9C-0FFE-3B3C-2E9A-5EABE3F05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0CBA-2EFE-6B43-904B-8F092F4680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6019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C0E2CE3-CE8E-87F2-894E-19711D280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58F0B4-3474-7D8E-7C7A-89162342B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222C0B-FB82-8A79-5181-81D6B7B3F3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3F574B-11D9-626A-6339-74F4946D49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2B9903-766C-EAF5-EF72-08B63FA4BB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440CBA-2EFE-6B43-904B-8F092F4680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57405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1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hyperlink" Target="https://www.google.com.hk/url?sa=i&amp;url=https%3A%2F%2Fwww.flaticon.com%2Ffree-icon%2Ftoolbox_5460163&amp;psig=AOvVaw2iYHaCIySX-sQUJM0t-K2Y&amp;ust=1734074418696000&amp;source=images&amp;cd=vfe&amp;opi=89978449&amp;ved=0CBQQjRxqFwoTCPC93ObYoYoDFQAAAAAdAAAAABAX" TargetMode="External"/><Relationship Id="rId7" Type="http://schemas.openxmlformats.org/officeDocument/2006/relationships/image" Target="../media/image7.jpe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11" Type="http://schemas.openxmlformats.org/officeDocument/2006/relationships/image" Target="../media/image11.jpe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jpeg"/><Relationship Id="rId18" Type="http://schemas.openxmlformats.org/officeDocument/2006/relationships/hyperlink" Target="https://www.google.com.hk/url?sa=i&amp;url=https%3A%2F%2Fwww.flaticon.com%2Ffree-icon%2Ftoolbox_5460163&amp;psig=AOvVaw2iYHaCIySX-sQUJM0t-K2Y&amp;ust=1734074418696000&amp;source=images&amp;cd=vfe&amp;opi=89978449&amp;ved=0CBQQjRxqFwoTCPC93ObYoYoDFQAAAAAdAAAAABAX" TargetMode="External"/><Relationship Id="rId26" Type="http://schemas.openxmlformats.org/officeDocument/2006/relationships/image" Target="../media/image34.png"/><Relationship Id="rId3" Type="http://schemas.openxmlformats.org/officeDocument/2006/relationships/image" Target="../media/image13.jpeg"/><Relationship Id="rId21" Type="http://schemas.openxmlformats.org/officeDocument/2006/relationships/image" Target="../media/image29.svg"/><Relationship Id="rId7" Type="http://schemas.openxmlformats.org/officeDocument/2006/relationships/image" Target="../media/image17.svg"/><Relationship Id="rId12" Type="http://schemas.openxmlformats.org/officeDocument/2006/relationships/image" Target="../media/image22.svg"/><Relationship Id="rId17" Type="http://schemas.openxmlformats.org/officeDocument/2006/relationships/image" Target="../media/image27.svg"/><Relationship Id="rId25" Type="http://schemas.openxmlformats.org/officeDocument/2006/relationships/image" Target="../media/image33.jpe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6.png"/><Relationship Id="rId20" Type="http://schemas.openxmlformats.org/officeDocument/2006/relationships/image" Target="../media/image28.png"/><Relationship Id="rId29" Type="http://schemas.openxmlformats.org/officeDocument/2006/relationships/image" Target="../media/image37.sv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24" Type="http://schemas.openxmlformats.org/officeDocument/2006/relationships/image" Target="../media/image32.png"/><Relationship Id="rId32" Type="http://schemas.openxmlformats.org/officeDocument/2006/relationships/image" Target="../media/image40.png"/><Relationship Id="rId5" Type="http://schemas.openxmlformats.org/officeDocument/2006/relationships/image" Target="../media/image15.svg"/><Relationship Id="rId15" Type="http://schemas.openxmlformats.org/officeDocument/2006/relationships/image" Target="../media/image25.svg"/><Relationship Id="rId23" Type="http://schemas.openxmlformats.org/officeDocument/2006/relationships/image" Target="../media/image31.svg"/><Relationship Id="rId28" Type="http://schemas.openxmlformats.org/officeDocument/2006/relationships/image" Target="../media/image36.png"/><Relationship Id="rId10" Type="http://schemas.openxmlformats.org/officeDocument/2006/relationships/image" Target="../media/image20.png"/><Relationship Id="rId19" Type="http://schemas.openxmlformats.org/officeDocument/2006/relationships/image" Target="../media/image4.png"/><Relationship Id="rId31" Type="http://schemas.openxmlformats.org/officeDocument/2006/relationships/image" Target="../media/image39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Relationship Id="rId14" Type="http://schemas.openxmlformats.org/officeDocument/2006/relationships/image" Target="../media/image24.png"/><Relationship Id="rId22" Type="http://schemas.openxmlformats.org/officeDocument/2006/relationships/image" Target="../media/image30.png"/><Relationship Id="rId27" Type="http://schemas.openxmlformats.org/officeDocument/2006/relationships/image" Target="../media/image35.svg"/><Relationship Id="rId30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.svg"/><Relationship Id="rId18" Type="http://schemas.openxmlformats.org/officeDocument/2006/relationships/image" Target="../media/image24.png"/><Relationship Id="rId26" Type="http://schemas.openxmlformats.org/officeDocument/2006/relationships/image" Target="../media/image30.png"/><Relationship Id="rId3" Type="http://schemas.openxmlformats.org/officeDocument/2006/relationships/image" Target="../media/image41.png"/><Relationship Id="rId21" Type="http://schemas.openxmlformats.org/officeDocument/2006/relationships/image" Target="../media/image27.svg"/><Relationship Id="rId34" Type="http://schemas.openxmlformats.org/officeDocument/2006/relationships/image" Target="../media/image38.png"/><Relationship Id="rId7" Type="http://schemas.openxmlformats.org/officeDocument/2006/relationships/image" Target="../media/image13.jpeg"/><Relationship Id="rId12" Type="http://schemas.openxmlformats.org/officeDocument/2006/relationships/image" Target="../media/image18.png"/><Relationship Id="rId17" Type="http://schemas.openxmlformats.org/officeDocument/2006/relationships/image" Target="../media/image23.jpeg"/><Relationship Id="rId25" Type="http://schemas.openxmlformats.org/officeDocument/2006/relationships/image" Target="../media/image29.svg"/><Relationship Id="rId33" Type="http://schemas.openxmlformats.org/officeDocument/2006/relationships/image" Target="../media/image37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2.svg"/><Relationship Id="rId20" Type="http://schemas.openxmlformats.org/officeDocument/2006/relationships/image" Target="../media/image26.png"/><Relationship Id="rId29" Type="http://schemas.openxmlformats.org/officeDocument/2006/relationships/image" Target="../media/image33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4.png"/><Relationship Id="rId11" Type="http://schemas.openxmlformats.org/officeDocument/2006/relationships/image" Target="../media/image17.sv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43.png"/><Relationship Id="rId15" Type="http://schemas.openxmlformats.org/officeDocument/2006/relationships/image" Target="../media/image21.png"/><Relationship Id="rId23" Type="http://schemas.openxmlformats.org/officeDocument/2006/relationships/image" Target="../media/image4.png"/><Relationship Id="rId28" Type="http://schemas.openxmlformats.org/officeDocument/2006/relationships/image" Target="../media/image32.png"/><Relationship Id="rId36" Type="http://schemas.openxmlformats.org/officeDocument/2006/relationships/image" Target="../media/image40.png"/><Relationship Id="rId10" Type="http://schemas.openxmlformats.org/officeDocument/2006/relationships/image" Target="../media/image16.png"/><Relationship Id="rId19" Type="http://schemas.openxmlformats.org/officeDocument/2006/relationships/image" Target="../media/image25.svg"/><Relationship Id="rId31" Type="http://schemas.openxmlformats.org/officeDocument/2006/relationships/image" Target="../media/image35.svg"/><Relationship Id="rId4" Type="http://schemas.openxmlformats.org/officeDocument/2006/relationships/image" Target="../media/image42.svg"/><Relationship Id="rId9" Type="http://schemas.openxmlformats.org/officeDocument/2006/relationships/image" Target="../media/image15.svg"/><Relationship Id="rId14" Type="http://schemas.openxmlformats.org/officeDocument/2006/relationships/image" Target="../media/image20.png"/><Relationship Id="rId22" Type="http://schemas.openxmlformats.org/officeDocument/2006/relationships/hyperlink" Target="https://www.google.com.hk/url?sa=i&amp;url=https%3A%2F%2Fwww.flaticon.com%2Ffree-icon%2Ftoolbox_5460163&amp;psig=AOvVaw2iYHaCIySX-sQUJM0t-K2Y&amp;ust=1734074418696000&amp;source=images&amp;cd=vfe&amp;opi=89978449&amp;ved=0CBQQjRxqFwoTCPC93ObYoYoDFQAAAAAdAAAAABAX" TargetMode="External"/><Relationship Id="rId27" Type="http://schemas.openxmlformats.org/officeDocument/2006/relationships/image" Target="../media/image31.svg"/><Relationship Id="rId30" Type="http://schemas.openxmlformats.org/officeDocument/2006/relationships/image" Target="../media/image34.png"/><Relationship Id="rId35" Type="http://schemas.openxmlformats.org/officeDocument/2006/relationships/image" Target="../media/image39.svg"/><Relationship Id="rId8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svg"/><Relationship Id="rId18" Type="http://schemas.openxmlformats.org/officeDocument/2006/relationships/image" Target="../media/image27.svg"/><Relationship Id="rId26" Type="http://schemas.openxmlformats.org/officeDocument/2006/relationships/image" Target="../media/image33.jpeg"/><Relationship Id="rId3" Type="http://schemas.openxmlformats.org/officeDocument/2006/relationships/image" Target="../media/image44.png"/><Relationship Id="rId21" Type="http://schemas.openxmlformats.org/officeDocument/2006/relationships/image" Target="../media/image28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2.png"/><Relationship Id="rId33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5.svg"/><Relationship Id="rId20" Type="http://schemas.openxmlformats.org/officeDocument/2006/relationships/image" Target="../media/image4.png"/><Relationship Id="rId29" Type="http://schemas.openxmlformats.org/officeDocument/2006/relationships/image" Target="../media/image3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24" Type="http://schemas.openxmlformats.org/officeDocument/2006/relationships/image" Target="../media/image31.svg"/><Relationship Id="rId32" Type="http://schemas.openxmlformats.org/officeDocument/2006/relationships/image" Target="../media/image39.sv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0.png"/><Relationship Id="rId28" Type="http://schemas.openxmlformats.org/officeDocument/2006/relationships/image" Target="../media/image35.svg"/><Relationship Id="rId10" Type="http://schemas.openxmlformats.org/officeDocument/2006/relationships/image" Target="../media/image19.svg"/><Relationship Id="rId19" Type="http://schemas.openxmlformats.org/officeDocument/2006/relationships/hyperlink" Target="https://www.google.com.hk/url?sa=i&amp;url=https%3A%2F%2Fwww.flaticon.com%2Ffree-icon%2Ftoolbox_5460163&amp;psig=AOvVaw2iYHaCIySX-sQUJM0t-K2Y&amp;ust=1734074418696000&amp;source=images&amp;cd=vfe&amp;opi=89978449&amp;ved=0CBQQjRxqFwoTCPC93ObYoYoDFQAAAAAdAAAAABAX" TargetMode="External"/><Relationship Id="rId31" Type="http://schemas.openxmlformats.org/officeDocument/2006/relationships/image" Target="../media/image38.png"/><Relationship Id="rId4" Type="http://schemas.openxmlformats.org/officeDocument/2006/relationships/image" Target="../media/image13.jpeg"/><Relationship Id="rId9" Type="http://schemas.openxmlformats.org/officeDocument/2006/relationships/image" Target="../media/image18.png"/><Relationship Id="rId14" Type="http://schemas.openxmlformats.org/officeDocument/2006/relationships/image" Target="../media/image23.jpeg"/><Relationship Id="rId22" Type="http://schemas.openxmlformats.org/officeDocument/2006/relationships/image" Target="../media/image29.svg"/><Relationship Id="rId27" Type="http://schemas.openxmlformats.org/officeDocument/2006/relationships/image" Target="../media/image34.png"/><Relationship Id="rId30" Type="http://schemas.openxmlformats.org/officeDocument/2006/relationships/image" Target="../media/image37.svg"/><Relationship Id="rId8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.jpeg"/><Relationship Id="rId18" Type="http://schemas.openxmlformats.org/officeDocument/2006/relationships/hyperlink" Target="https://www.google.com.hk/url?sa=i&amp;url=https%3A%2F%2Fwww.flaticon.com%2Ffree-icon%2Ftoolbox_5460163&amp;psig=AOvVaw2iYHaCIySX-sQUJM0t-K2Y&amp;ust=1734074418696000&amp;source=images&amp;cd=vfe&amp;opi=89978449&amp;ved=0CBQQjRxqFwoTCPC93ObYoYoDFQAAAAAdAAAAABAX" TargetMode="External"/><Relationship Id="rId26" Type="http://schemas.openxmlformats.org/officeDocument/2006/relationships/image" Target="../media/image34.png"/><Relationship Id="rId3" Type="http://schemas.openxmlformats.org/officeDocument/2006/relationships/image" Target="../media/image13.jpeg"/><Relationship Id="rId21" Type="http://schemas.openxmlformats.org/officeDocument/2006/relationships/image" Target="../media/image29.svg"/><Relationship Id="rId34" Type="http://schemas.openxmlformats.org/officeDocument/2006/relationships/image" Target="../media/image41.png"/><Relationship Id="rId7" Type="http://schemas.openxmlformats.org/officeDocument/2006/relationships/image" Target="../media/image17.svg"/><Relationship Id="rId12" Type="http://schemas.openxmlformats.org/officeDocument/2006/relationships/image" Target="../media/image22.svg"/><Relationship Id="rId17" Type="http://schemas.openxmlformats.org/officeDocument/2006/relationships/image" Target="../media/image27.svg"/><Relationship Id="rId25" Type="http://schemas.openxmlformats.org/officeDocument/2006/relationships/image" Target="../media/image33.jpeg"/><Relationship Id="rId33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6.png"/><Relationship Id="rId20" Type="http://schemas.openxmlformats.org/officeDocument/2006/relationships/image" Target="../media/image28.png"/><Relationship Id="rId29" Type="http://schemas.openxmlformats.org/officeDocument/2006/relationships/image" Target="../media/image37.sv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24" Type="http://schemas.openxmlformats.org/officeDocument/2006/relationships/image" Target="../media/image32.png"/><Relationship Id="rId32" Type="http://schemas.openxmlformats.org/officeDocument/2006/relationships/image" Target="../media/image40.png"/><Relationship Id="rId5" Type="http://schemas.openxmlformats.org/officeDocument/2006/relationships/image" Target="../media/image15.svg"/><Relationship Id="rId15" Type="http://schemas.openxmlformats.org/officeDocument/2006/relationships/image" Target="../media/image25.svg"/><Relationship Id="rId23" Type="http://schemas.openxmlformats.org/officeDocument/2006/relationships/image" Target="../media/image31.svg"/><Relationship Id="rId28" Type="http://schemas.openxmlformats.org/officeDocument/2006/relationships/image" Target="../media/image36.png"/><Relationship Id="rId36" Type="http://schemas.openxmlformats.org/officeDocument/2006/relationships/image" Target="../media/image44.png"/><Relationship Id="rId10" Type="http://schemas.openxmlformats.org/officeDocument/2006/relationships/image" Target="../media/image20.png"/><Relationship Id="rId19" Type="http://schemas.openxmlformats.org/officeDocument/2006/relationships/image" Target="../media/image4.png"/><Relationship Id="rId31" Type="http://schemas.openxmlformats.org/officeDocument/2006/relationships/image" Target="../media/image39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Relationship Id="rId14" Type="http://schemas.openxmlformats.org/officeDocument/2006/relationships/image" Target="../media/image24.png"/><Relationship Id="rId22" Type="http://schemas.openxmlformats.org/officeDocument/2006/relationships/image" Target="../media/image30.png"/><Relationship Id="rId27" Type="http://schemas.openxmlformats.org/officeDocument/2006/relationships/image" Target="../media/image35.svg"/><Relationship Id="rId30" Type="http://schemas.openxmlformats.org/officeDocument/2006/relationships/image" Target="../media/image38.png"/><Relationship Id="rId35" Type="http://schemas.openxmlformats.org/officeDocument/2006/relationships/image" Target="../media/image42.svg"/><Relationship Id="rId8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13" Type="http://schemas.openxmlformats.org/officeDocument/2006/relationships/image" Target="../media/image49.png"/><Relationship Id="rId3" Type="http://schemas.openxmlformats.org/officeDocument/2006/relationships/image" Target="../media/image40.png"/><Relationship Id="rId7" Type="http://schemas.openxmlformats.org/officeDocument/2006/relationships/image" Target="../media/image41.png"/><Relationship Id="rId12" Type="http://schemas.openxmlformats.org/officeDocument/2006/relationships/image" Target="../media/image48.jpeg"/><Relationship Id="rId17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svg"/><Relationship Id="rId11" Type="http://schemas.openxmlformats.org/officeDocument/2006/relationships/image" Target="../media/image47.svg"/><Relationship Id="rId5" Type="http://schemas.openxmlformats.org/officeDocument/2006/relationships/image" Target="../media/image26.png"/><Relationship Id="rId15" Type="http://schemas.openxmlformats.org/officeDocument/2006/relationships/image" Target="../media/image14.png"/><Relationship Id="rId10" Type="http://schemas.openxmlformats.org/officeDocument/2006/relationships/image" Target="../media/image46.png"/><Relationship Id="rId4" Type="http://schemas.openxmlformats.org/officeDocument/2006/relationships/image" Target="../media/image13.jpeg"/><Relationship Id="rId9" Type="http://schemas.openxmlformats.org/officeDocument/2006/relationships/image" Target="../media/image45.png"/><Relationship Id="rId14" Type="http://schemas.openxmlformats.org/officeDocument/2006/relationships/image" Target="../media/image5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3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45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33EACFA7-FF0D-B9E6-5512-E1FB4ABE3494}"/>
              </a:ext>
            </a:extLst>
          </p:cNvPr>
          <p:cNvSpPr/>
          <p:nvPr/>
        </p:nvSpPr>
        <p:spPr>
          <a:xfrm>
            <a:off x="0" y="0"/>
            <a:ext cx="3423424" cy="1916499"/>
          </a:xfrm>
          <a:prstGeom prst="rect">
            <a:avLst/>
          </a:prstGeom>
          <a:solidFill>
            <a:srgbClr val="F2F2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17732A-8E59-9944-B3CF-2FFFEF475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767" y="1975173"/>
            <a:ext cx="11249051" cy="2195431"/>
          </a:xfrm>
        </p:spPr>
        <p:txBody>
          <a:bodyPr>
            <a:normAutofit/>
          </a:bodyPr>
          <a:lstStyle/>
          <a:p>
            <a:pPr algn="ctr">
              <a:lnSpc>
                <a:spcPct val="40000"/>
              </a:lnSpc>
            </a:pPr>
            <a:r>
              <a:rPr lang="en-US" sz="36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BridgeScope</a:t>
            </a:r>
            <a:r>
              <a:rPr lang="en-U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: A Universal Toolkit for Bridging</a:t>
            </a:r>
            <a:br>
              <a:rPr lang="en-U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</a:br>
            <a:br>
              <a:rPr lang="en-U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</a:br>
            <a:br>
              <a:rPr lang="en-U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</a:br>
            <a:r>
              <a:rPr lang="en-U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Large Language Models and Databases</a:t>
            </a:r>
            <a:endParaRPr lang="en-US" sz="36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79AF4893-F817-3F4A-8230-2AA6871EF6E7}"/>
              </a:ext>
            </a:extLst>
          </p:cNvPr>
          <p:cNvSpPr txBox="1">
            <a:spLocks/>
          </p:cNvSpPr>
          <p:nvPr/>
        </p:nvSpPr>
        <p:spPr>
          <a:xfrm>
            <a:off x="368384" y="1537304"/>
            <a:ext cx="11249051" cy="5005737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783" lvl="2">
              <a:spcBef>
                <a:spcPts val="1000"/>
              </a:spcBef>
            </a:pPr>
            <a:endParaRPr lang="en-US" altLang="zh-CN" sz="24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7FEA42E8-157E-414D-B7FD-25FA5FAE06A7}"/>
              </a:ext>
            </a:extLst>
          </p:cNvPr>
          <p:cNvSpPr txBox="1">
            <a:spLocks/>
          </p:cNvSpPr>
          <p:nvPr/>
        </p:nvSpPr>
        <p:spPr>
          <a:xfrm>
            <a:off x="648786" y="3880699"/>
            <a:ext cx="1070501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Lianggui</a:t>
            </a:r>
            <a:r>
              <a:rPr lang="en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 Weng, Dandan Liu, Rong Zhu, Bolin Ding, </a:t>
            </a:r>
            <a:r>
              <a:rPr lang="en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Jingren</a:t>
            </a:r>
            <a:r>
              <a:rPr lang="en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 Zhou</a:t>
            </a:r>
            <a:endParaRPr lang="en-US" sz="28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D148BB8-6C8C-3449-91DA-A854B37B77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61" b="38050"/>
          <a:stretch/>
        </p:blipFill>
        <p:spPr bwMode="auto">
          <a:xfrm>
            <a:off x="3689853" y="5280483"/>
            <a:ext cx="2021793" cy="897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B3A44332-7BC2-AE47-A7F6-7D0D19E98E51}"/>
              </a:ext>
            </a:extLst>
          </p:cNvPr>
          <p:cNvSpPr/>
          <p:nvPr/>
        </p:nvSpPr>
        <p:spPr>
          <a:xfrm flipV="1">
            <a:off x="3428838" y="1285770"/>
            <a:ext cx="8820000" cy="534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9644C1A-C6C7-F5AC-3578-DC5CF93CF4FA}"/>
              </a:ext>
            </a:extLst>
          </p:cNvPr>
          <p:cNvGrpSpPr/>
          <p:nvPr/>
        </p:nvGrpSpPr>
        <p:grpSpPr>
          <a:xfrm>
            <a:off x="6619885" y="5459595"/>
            <a:ext cx="1990715" cy="628650"/>
            <a:chOff x="2084614" y="5862404"/>
            <a:chExt cx="1990715" cy="628650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E407A49-912C-7CA4-1CC0-27841939B6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4875"/>
            <a:stretch/>
          </p:blipFill>
          <p:spPr bwMode="auto">
            <a:xfrm>
              <a:off x="2084614" y="5862404"/>
              <a:ext cx="751464" cy="628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2">
              <a:extLst>
                <a:ext uri="{FF2B5EF4-FFF2-40B4-BE49-F238E27FC236}">
                  <a16:creationId xmlns:a16="http://schemas.microsoft.com/office/drawing/2014/main" id="{F74FF140-6A1C-95D1-D347-9A39D19B3171}"/>
                </a:ext>
              </a:extLst>
            </p:cNvPr>
            <p:cNvSpPr txBox="1"/>
            <p:nvPr/>
          </p:nvSpPr>
          <p:spPr>
            <a:xfrm>
              <a:off x="2718034" y="5939503"/>
              <a:ext cx="135729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3333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TONGYI</a:t>
              </a: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991599C-54F7-2151-0E6D-EE638FDCB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0CBA-2EFE-6B43-904B-8F092F4680CE}" type="slidenum">
              <a:rPr kumimoji="1" lang="zh-CN" altLang="en-US" smtClean="0"/>
              <a:t>1</a:t>
            </a:fld>
            <a:endParaRPr kumimoji="1" lang="zh-CN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2FACD35-D1A0-AEFF-C31D-923BCDC2B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0521"/>
            <a:ext cx="3339630" cy="1044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EDC7B43-0AF8-B92E-67BC-7CA72EA95792}"/>
              </a:ext>
            </a:extLst>
          </p:cNvPr>
          <p:cNvSpPr txBox="1"/>
          <p:nvPr/>
        </p:nvSpPr>
        <p:spPr>
          <a:xfrm>
            <a:off x="153169" y="1154752"/>
            <a:ext cx="3033292" cy="761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900"/>
              </a:spcBef>
              <a:buNone/>
            </a:pPr>
            <a:r>
              <a:rPr lang="en" altLang="zh-CN" b="1" i="0" dirty="0">
                <a:solidFill>
                  <a:srgbClr val="404040"/>
                </a:solidFill>
                <a:effectLst/>
                <a:latin typeface="Verdana" panose="020B0604030504040204" pitchFamily="34" charset="0"/>
              </a:rPr>
              <a:t>January 18-21</a:t>
            </a:r>
          </a:p>
          <a:p>
            <a:pPr algn="ctr">
              <a:spcBef>
                <a:spcPts val="900"/>
              </a:spcBef>
              <a:buNone/>
            </a:pPr>
            <a:r>
              <a:rPr lang="en" altLang="zh-CN" b="1" i="0" dirty="0">
                <a:solidFill>
                  <a:srgbClr val="404040"/>
                </a:solidFill>
                <a:effectLst/>
                <a:latin typeface="Verdana" panose="020B0604030504040204" pitchFamily="34" charset="0"/>
              </a:rPr>
              <a:t>2026 Chaminade, USA</a:t>
            </a:r>
          </a:p>
        </p:txBody>
      </p:sp>
    </p:spTree>
    <p:extLst>
      <p:ext uri="{BB962C8B-B14F-4D97-AF65-F5344CB8AC3E}">
        <p14:creationId xmlns:p14="http://schemas.microsoft.com/office/powerpoint/2010/main" val="3964780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08"/>
    </mc:Choice>
    <mc:Fallback xmlns="">
      <p:transition spd="slow" advTm="460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3FEDE-C830-0E7C-B089-22F53BDED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410058-DB63-C6ED-0251-62BE9D537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097" y="376818"/>
            <a:ext cx="10515600" cy="848908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A3C2E20-1B7B-DFBD-B7C9-7C5370936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0CBA-2EFE-6B43-904B-8F092F4680CE}" type="slidenum">
              <a:rPr kumimoji="1" lang="zh-CN" altLang="en-US" smtClean="0"/>
              <a:t>2</a:t>
            </a:fld>
            <a:endParaRPr kumimoji="1" lang="zh-CN" altLang="en-US"/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275DED92-1964-86FF-9C4C-F7E2CA3A18FB}"/>
              </a:ext>
            </a:extLst>
          </p:cNvPr>
          <p:cNvSpPr txBox="1"/>
          <p:nvPr/>
        </p:nvSpPr>
        <p:spPr>
          <a:xfrm>
            <a:off x="639817" y="1419213"/>
            <a:ext cx="109123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The advancing of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LLMs’ reasoning and orchestration capabilities</a:t>
            </a: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 and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MCP ecosystems</a:t>
            </a: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 is unlocking truly general-purpose agents. </a:t>
            </a:r>
          </a:p>
        </p:txBody>
      </p:sp>
      <p:pic>
        <p:nvPicPr>
          <p:cNvPr id="8" name="Picture 14" descr="Toolbox - Free Tools and utensils icons">
            <a:hlinkClick r:id="rId3"/>
            <a:extLst>
              <a:ext uri="{FF2B5EF4-FFF2-40B4-BE49-F238E27FC236}">
                <a16:creationId xmlns:a16="http://schemas.microsoft.com/office/drawing/2014/main" id="{565E2FCD-5862-56A1-DD22-29EE652A0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822" y="3054726"/>
            <a:ext cx="525978" cy="525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312111CD-1B7B-B3D6-DE4C-21E3BC8ABDD9}"/>
              </a:ext>
            </a:extLst>
          </p:cNvPr>
          <p:cNvGrpSpPr/>
          <p:nvPr/>
        </p:nvGrpSpPr>
        <p:grpSpPr>
          <a:xfrm>
            <a:off x="948416" y="2772503"/>
            <a:ext cx="10423879" cy="2938442"/>
            <a:chOff x="941191" y="2772503"/>
            <a:chExt cx="10423879" cy="2938442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B89A7607-B65A-2CFC-17A7-6D43BD57C01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41191" y="2959900"/>
              <a:ext cx="4046528" cy="2557312"/>
              <a:chOff x="971260" y="2373503"/>
              <a:chExt cx="5912309" cy="3736442"/>
            </a:xfrm>
          </p:grpSpPr>
          <p:pic>
            <p:nvPicPr>
              <p:cNvPr id="5" name="Picture 8" descr="Gemini 3: The Complete Guide to Google's Most Powerful AI Model Yet">
                <a:extLst>
                  <a:ext uri="{FF2B5EF4-FFF2-40B4-BE49-F238E27FC236}">
                    <a16:creationId xmlns:a16="http://schemas.microsoft.com/office/drawing/2014/main" id="{6951298E-4FEA-8233-1E2D-589BA35BAD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71260" y="2464777"/>
                <a:ext cx="1928572" cy="1080000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88" name="Picture 16" descr="GitHub - QwenLM/Qwen3: Qwen3 is the large language model series developed  by Qwen team, Alibaba Cloud.">
                <a:extLst>
                  <a:ext uri="{FF2B5EF4-FFF2-40B4-BE49-F238E27FC236}">
                    <a16:creationId xmlns:a16="http://schemas.microsoft.com/office/drawing/2014/main" id="{F64B2C24-F4FE-F04B-5D27-C8250103E2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31411" y="3381416"/>
                <a:ext cx="2358899" cy="929064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90" name="Picture 18" descr="Llama 4: Meta's MoE-Powered Multimodal Revolution - DEV Community">
                <a:extLst>
                  <a:ext uri="{FF2B5EF4-FFF2-40B4-BE49-F238E27FC236}">
                    <a16:creationId xmlns:a16="http://schemas.microsoft.com/office/drawing/2014/main" id="{C9CA19BC-6937-4AEB-C6A9-BC173A5B72B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99017" y="3770480"/>
                <a:ext cx="2584552" cy="1080000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86" name="Picture 14" descr="LEAKED: DeepSeek R2 is 97% Cheaper Than GPT-4 and (Nvidia is Terrified) |  by Joe Njenga | Medium">
                <a:extLst>
                  <a:ext uri="{FF2B5EF4-FFF2-40B4-BE49-F238E27FC236}">
                    <a16:creationId xmlns:a16="http://schemas.microsoft.com/office/drawing/2014/main" id="{B16BACCF-C4DE-CB2F-EB1F-24A4B20A7FB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13822" y="2373503"/>
                <a:ext cx="2121429" cy="1188000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84" name="Picture 12" descr="GPT-5 is Here: OpenAI's New AI Powerhouse | by Diptendu Das | Artificial  Intelligence in Plain English">
                <a:extLst>
                  <a:ext uri="{FF2B5EF4-FFF2-40B4-BE49-F238E27FC236}">
                    <a16:creationId xmlns:a16="http://schemas.microsoft.com/office/drawing/2014/main" id="{1622F551-693D-986F-37C1-2954EA8922C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7450" y="4192710"/>
                <a:ext cx="2692253" cy="986918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92" name="Picture 20" descr="SmythOS - What's New in Grok 4? Release Facts, Benchmarks, and Value">
                <a:extLst>
                  <a:ext uri="{FF2B5EF4-FFF2-40B4-BE49-F238E27FC236}">
                    <a16:creationId xmlns:a16="http://schemas.microsoft.com/office/drawing/2014/main" id="{203110A8-FC55-787C-D20E-AE7A0D36B55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57162" y="5029945"/>
                <a:ext cx="1441855" cy="1080000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74" name="Picture 2" descr="What's New in Claude v4? AI Just Got Smarter | by Rendiero | T3CH | Medium">
                <a:extLst>
                  <a:ext uri="{FF2B5EF4-FFF2-40B4-BE49-F238E27FC236}">
                    <a16:creationId xmlns:a16="http://schemas.microsoft.com/office/drawing/2014/main" id="{014AA6DD-1401-9E1E-9A5B-F9EE5E15A5D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10250" y="4646291"/>
                <a:ext cx="1928572" cy="1080000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2243F77C-E44F-BE3E-C63D-1AB46D2A8E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096000" y="2772503"/>
              <a:ext cx="5269070" cy="2938442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" name="加号 8">
              <a:extLst>
                <a:ext uri="{FF2B5EF4-FFF2-40B4-BE49-F238E27FC236}">
                  <a16:creationId xmlns:a16="http://schemas.microsoft.com/office/drawing/2014/main" id="{345B98BC-5FB2-83FC-59BE-34525C0C86E6}"/>
                </a:ext>
              </a:extLst>
            </p:cNvPr>
            <p:cNvSpPr/>
            <p:nvPr/>
          </p:nvSpPr>
          <p:spPr>
            <a:xfrm>
              <a:off x="5401165" y="3776778"/>
              <a:ext cx="432476" cy="428232"/>
            </a:xfrm>
            <a:prstGeom prst="mathPlus">
              <a:avLst>
                <a:gd name="adj1" fmla="val 1450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07186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E99935-9E2A-9996-EF63-2E9FB580C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097" y="376818"/>
            <a:ext cx="10515600" cy="848908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24041B0-AF6A-E885-9724-3432767DB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0CBA-2EFE-6B43-904B-8F092F4680CE}" type="slidenum">
              <a:rPr kumimoji="1" lang="zh-CN" altLang="en-US" smtClean="0"/>
              <a:t>3</a:t>
            </a:fld>
            <a:endParaRPr kumimoji="1" lang="zh-CN" altLang="en-US" dirty="0"/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21528392-E49C-7F45-D3AC-30285C6C226D}"/>
              </a:ext>
            </a:extLst>
          </p:cNvPr>
          <p:cNvSpPr txBox="1"/>
          <p:nvPr/>
        </p:nvSpPr>
        <p:spPr>
          <a:xfrm>
            <a:off x="639817" y="1419213"/>
            <a:ext cx="10912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Agents handling </a:t>
            </a:r>
            <a:r>
              <a:rPr lang="en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general-purpose</a:t>
            </a:r>
            <a:r>
              <a:rPr lang="en" altLang="zh-CN" sz="2000" dirty="0">
                <a:solidFill>
                  <a:srgbClr val="0D1239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, </a:t>
            </a:r>
            <a:r>
              <a:rPr lang="en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data-intensive </a:t>
            </a:r>
            <a:r>
              <a:rPr lang="en" altLang="zh-CN" sz="2000" dirty="0"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tasks can be highly problematic.</a:t>
            </a: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 </a:t>
            </a:r>
          </a:p>
        </p:txBody>
      </p:sp>
      <p:grpSp>
        <p:nvGrpSpPr>
          <p:cNvPr id="366" name="组合 365">
            <a:extLst>
              <a:ext uri="{FF2B5EF4-FFF2-40B4-BE49-F238E27FC236}">
                <a16:creationId xmlns:a16="http://schemas.microsoft.com/office/drawing/2014/main" id="{A3AE42D9-C499-A893-67A1-070F55949E3E}"/>
              </a:ext>
            </a:extLst>
          </p:cNvPr>
          <p:cNvGrpSpPr/>
          <p:nvPr/>
        </p:nvGrpSpPr>
        <p:grpSpPr>
          <a:xfrm>
            <a:off x="41840" y="2076022"/>
            <a:ext cx="6678367" cy="4041337"/>
            <a:chOff x="-71050" y="2076022"/>
            <a:chExt cx="6678367" cy="4041337"/>
          </a:xfrm>
        </p:grpSpPr>
        <p:grpSp>
          <p:nvGrpSpPr>
            <p:cNvPr id="254" name="组合 253">
              <a:extLst>
                <a:ext uri="{FF2B5EF4-FFF2-40B4-BE49-F238E27FC236}">
                  <a16:creationId xmlns:a16="http://schemas.microsoft.com/office/drawing/2014/main" id="{96E11868-98DC-6D57-541F-6702CE2007F6}"/>
                </a:ext>
              </a:extLst>
            </p:cNvPr>
            <p:cNvGrpSpPr/>
            <p:nvPr/>
          </p:nvGrpSpPr>
          <p:grpSpPr>
            <a:xfrm>
              <a:off x="-71050" y="2076022"/>
              <a:ext cx="6678367" cy="4041337"/>
              <a:chOff x="2853334" y="1787476"/>
              <a:chExt cx="4374904" cy="2374760"/>
            </a:xfrm>
          </p:grpSpPr>
          <p:sp>
            <p:nvSpPr>
              <p:cNvPr id="255" name="圆角矩形 254">
                <a:extLst>
                  <a:ext uri="{FF2B5EF4-FFF2-40B4-BE49-F238E27FC236}">
                    <a16:creationId xmlns:a16="http://schemas.microsoft.com/office/drawing/2014/main" id="{66CA0E6E-3195-675F-A9E3-915385F6E6D1}"/>
                  </a:ext>
                </a:extLst>
              </p:cNvPr>
              <p:cNvSpPr/>
              <p:nvPr/>
            </p:nvSpPr>
            <p:spPr>
              <a:xfrm>
                <a:off x="4392775" y="2325740"/>
                <a:ext cx="805367" cy="497043"/>
              </a:xfrm>
              <a:prstGeom prst="roundRect">
                <a:avLst/>
              </a:prstGeom>
              <a:solidFill>
                <a:srgbClr val="FFEE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56" name="圆角矩形 255">
                <a:extLst>
                  <a:ext uri="{FF2B5EF4-FFF2-40B4-BE49-F238E27FC236}">
                    <a16:creationId xmlns:a16="http://schemas.microsoft.com/office/drawing/2014/main" id="{FDBC66CC-B04C-1377-02F5-A833D133B4CF}"/>
                  </a:ext>
                </a:extLst>
              </p:cNvPr>
              <p:cNvSpPr/>
              <p:nvPr/>
            </p:nvSpPr>
            <p:spPr>
              <a:xfrm>
                <a:off x="5281799" y="2325739"/>
                <a:ext cx="529354" cy="497043"/>
              </a:xfrm>
              <a:prstGeom prst="roundRect">
                <a:avLst/>
              </a:prstGeom>
              <a:solidFill>
                <a:srgbClr val="FFEE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57" name="圆角矩形 256">
                <a:extLst>
                  <a:ext uri="{FF2B5EF4-FFF2-40B4-BE49-F238E27FC236}">
                    <a16:creationId xmlns:a16="http://schemas.microsoft.com/office/drawing/2014/main" id="{B23E7C96-4A97-80B8-A323-11FC9D4E5A19}"/>
                  </a:ext>
                </a:extLst>
              </p:cNvPr>
              <p:cNvSpPr/>
              <p:nvPr/>
            </p:nvSpPr>
            <p:spPr>
              <a:xfrm>
                <a:off x="3545678" y="2325740"/>
                <a:ext cx="771248" cy="497043"/>
              </a:xfrm>
              <a:prstGeom prst="roundRect">
                <a:avLst/>
              </a:prstGeom>
              <a:solidFill>
                <a:srgbClr val="FFEE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58" name="文本框 257">
                <a:extLst>
                  <a:ext uri="{FF2B5EF4-FFF2-40B4-BE49-F238E27FC236}">
                    <a16:creationId xmlns:a16="http://schemas.microsoft.com/office/drawing/2014/main" id="{8062C05F-136A-FC41-8FAE-B131AD1CD87B}"/>
                  </a:ext>
                </a:extLst>
              </p:cNvPr>
              <p:cNvSpPr txBox="1"/>
              <p:nvPr/>
            </p:nvSpPr>
            <p:spPr>
              <a:xfrm>
                <a:off x="4560557" y="2459317"/>
                <a:ext cx="781049" cy="27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Query data (</a:t>
                </a:r>
                <a:r>
                  <a:rPr lang="en-US" altLang="zh-CN" sz="12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MB/GB</a:t>
                </a:r>
                <a:r>
                  <a:rPr lang="en-US" altLang="zh-CN" sz="1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lang="zh-CN" altLang="en-US" sz="12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59" name="文本框 258">
                <a:extLst>
                  <a:ext uri="{FF2B5EF4-FFF2-40B4-BE49-F238E27FC236}">
                    <a16:creationId xmlns:a16="http://schemas.microsoft.com/office/drawing/2014/main" id="{5F1F9A26-E4D5-3910-53FE-954DF6B1F3BD}"/>
                  </a:ext>
                </a:extLst>
              </p:cNvPr>
              <p:cNvSpPr txBox="1"/>
              <p:nvPr/>
            </p:nvSpPr>
            <p:spPr>
              <a:xfrm>
                <a:off x="3784496" y="2457525"/>
                <a:ext cx="608777" cy="27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Simple</a:t>
                </a:r>
              </a:p>
              <a:p>
                <a:pPr algn="ctr"/>
                <a:r>
                  <a:rPr lang="en-US" altLang="zh-CN" sz="1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feedback</a:t>
                </a:r>
                <a:endParaRPr lang="zh-CN" altLang="en-US" sz="12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60" name="圆角矩形 259">
                <a:extLst>
                  <a:ext uri="{FF2B5EF4-FFF2-40B4-BE49-F238E27FC236}">
                    <a16:creationId xmlns:a16="http://schemas.microsoft.com/office/drawing/2014/main" id="{F5354732-18F3-1ADE-7443-17002DD15159}"/>
                  </a:ext>
                </a:extLst>
              </p:cNvPr>
              <p:cNvSpPr/>
              <p:nvPr/>
            </p:nvSpPr>
            <p:spPr>
              <a:xfrm>
                <a:off x="6416695" y="2321296"/>
                <a:ext cx="562063" cy="497043"/>
              </a:xfrm>
              <a:prstGeom prst="roundRect">
                <a:avLst/>
              </a:prstGeom>
              <a:solidFill>
                <a:srgbClr val="FFEE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61" name="圆角矩形 260">
                <a:extLst>
                  <a:ext uri="{FF2B5EF4-FFF2-40B4-BE49-F238E27FC236}">
                    <a16:creationId xmlns:a16="http://schemas.microsoft.com/office/drawing/2014/main" id="{DC349D61-01DD-C0EE-5195-8BBBEFFD0307}"/>
                  </a:ext>
                </a:extLst>
              </p:cNvPr>
              <p:cNvSpPr/>
              <p:nvPr/>
            </p:nvSpPr>
            <p:spPr>
              <a:xfrm>
                <a:off x="3476870" y="1956917"/>
                <a:ext cx="3583686" cy="456374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3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          </a:t>
                </a:r>
                <a:endParaRPr kumimoji="1" lang="en-US" altLang="zh-CN" sz="3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262" name="直线箭头连接符 261">
                <a:extLst>
                  <a:ext uri="{FF2B5EF4-FFF2-40B4-BE49-F238E27FC236}">
                    <a16:creationId xmlns:a16="http://schemas.microsoft.com/office/drawing/2014/main" id="{D6259164-D2C1-09CF-B3AD-86D0FBCF57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34006" y="2420732"/>
                <a:ext cx="0" cy="3170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直线箭头连接符 262">
                <a:extLst>
                  <a:ext uri="{FF2B5EF4-FFF2-40B4-BE49-F238E27FC236}">
                    <a16:creationId xmlns:a16="http://schemas.microsoft.com/office/drawing/2014/main" id="{079A2021-1652-F7A6-34CC-0F6B39D1C2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54407" y="2417916"/>
                <a:ext cx="3043" cy="317003"/>
              </a:xfrm>
              <a:prstGeom prst="straightConnector1">
                <a:avLst/>
              </a:prstGeom>
              <a:ln w="25400" cmpd="sng">
                <a:solidFill>
                  <a:schemeClr val="tx1"/>
                </a:solidFill>
                <a:prstDash val="sysDot"/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直线箭头连接符 263">
                <a:extLst>
                  <a:ext uri="{FF2B5EF4-FFF2-40B4-BE49-F238E27FC236}">
                    <a16:creationId xmlns:a16="http://schemas.microsoft.com/office/drawing/2014/main" id="{69A35A70-B8AE-FFD9-7C47-140EC53C59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0506" y="2418140"/>
                <a:ext cx="0" cy="3170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直线箭头连接符 264">
                <a:extLst>
                  <a:ext uri="{FF2B5EF4-FFF2-40B4-BE49-F238E27FC236}">
                    <a16:creationId xmlns:a16="http://schemas.microsoft.com/office/drawing/2014/main" id="{95BA9C75-F48D-399A-B43B-DEAE67A7B2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825380" y="2420732"/>
                <a:ext cx="3043" cy="317003"/>
              </a:xfrm>
              <a:prstGeom prst="straightConnector1">
                <a:avLst/>
              </a:prstGeom>
              <a:ln w="25400" cmpd="sng">
                <a:solidFill>
                  <a:schemeClr val="tx1"/>
                </a:solidFill>
                <a:prstDash val="sysDot"/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6" name="空心弧 265">
                <a:extLst>
                  <a:ext uri="{FF2B5EF4-FFF2-40B4-BE49-F238E27FC236}">
                    <a16:creationId xmlns:a16="http://schemas.microsoft.com/office/drawing/2014/main" id="{94339A39-775A-E3AC-007C-FC59F9E5D7D7}"/>
                  </a:ext>
                </a:extLst>
              </p:cNvPr>
              <p:cNvSpPr/>
              <p:nvPr/>
            </p:nvSpPr>
            <p:spPr>
              <a:xfrm>
                <a:off x="6336565" y="2338472"/>
                <a:ext cx="371643" cy="153450"/>
              </a:xfrm>
              <a:prstGeom prst="blockArc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67" name="文本框 266">
                <a:extLst>
                  <a:ext uri="{FF2B5EF4-FFF2-40B4-BE49-F238E27FC236}">
                    <a16:creationId xmlns:a16="http://schemas.microsoft.com/office/drawing/2014/main" id="{C8014DE6-E269-81D0-A9BD-45FAC37710A5}"/>
                  </a:ext>
                </a:extLst>
              </p:cNvPr>
              <p:cNvSpPr txBox="1"/>
              <p:nvPr/>
            </p:nvSpPr>
            <p:spPr>
              <a:xfrm>
                <a:off x="5646764" y="2315760"/>
                <a:ext cx="998977" cy="415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4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…</a:t>
                </a:r>
                <a:endParaRPr lang="zh-CN" altLang="en-US" sz="4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68" name="组合 267">
                <a:extLst>
                  <a:ext uri="{FF2B5EF4-FFF2-40B4-BE49-F238E27FC236}">
                    <a16:creationId xmlns:a16="http://schemas.microsoft.com/office/drawing/2014/main" id="{FB6B2252-7145-F59E-78A3-A3A5C1FF5147}"/>
                  </a:ext>
                </a:extLst>
              </p:cNvPr>
              <p:cNvGrpSpPr/>
              <p:nvPr/>
            </p:nvGrpSpPr>
            <p:grpSpPr>
              <a:xfrm>
                <a:off x="5065961" y="1787476"/>
                <a:ext cx="527352" cy="337152"/>
                <a:chOff x="7697060" y="1146174"/>
                <a:chExt cx="706418" cy="569047"/>
              </a:xfrm>
              <a:solidFill>
                <a:schemeClr val="bg1"/>
              </a:solidFill>
            </p:grpSpPr>
            <p:sp>
              <p:nvSpPr>
                <p:cNvPr id="355" name="矩形 354">
                  <a:extLst>
                    <a:ext uri="{FF2B5EF4-FFF2-40B4-BE49-F238E27FC236}">
                      <a16:creationId xmlns:a16="http://schemas.microsoft.com/office/drawing/2014/main" id="{7E482151-E2BA-A9AE-3B4D-620CC7949E06}"/>
                    </a:ext>
                  </a:extLst>
                </p:cNvPr>
                <p:cNvSpPr/>
                <p:nvPr/>
              </p:nvSpPr>
              <p:spPr>
                <a:xfrm>
                  <a:off x="7714204" y="1157398"/>
                  <a:ext cx="689274" cy="55289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3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pic>
              <p:nvPicPr>
                <p:cNvPr id="356" name="Picture 4" descr="Llm Images – Browse 16,832 Stock Photos, Vectors, and Video | Adobe Stock">
                  <a:extLst>
                    <a:ext uri="{FF2B5EF4-FFF2-40B4-BE49-F238E27FC236}">
                      <a16:creationId xmlns:a16="http://schemas.microsoft.com/office/drawing/2014/main" id="{0D078C29-17ED-DE22-1F03-0981FBE9A32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97060" y="1146174"/>
                  <a:ext cx="683951" cy="569047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269" name="文本框 268">
                <a:extLst>
                  <a:ext uri="{FF2B5EF4-FFF2-40B4-BE49-F238E27FC236}">
                    <a16:creationId xmlns:a16="http://schemas.microsoft.com/office/drawing/2014/main" id="{C6BEA27F-1D06-2EC5-29BD-29F2C25FD5A2}"/>
                  </a:ext>
                </a:extLst>
              </p:cNvPr>
              <p:cNvSpPr txBox="1"/>
              <p:nvPr/>
            </p:nvSpPr>
            <p:spPr>
              <a:xfrm>
                <a:off x="2853334" y="2466620"/>
                <a:ext cx="998977" cy="180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Steps</a:t>
                </a:r>
                <a:endParaRPr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70" name="圆角矩形 269">
                <a:extLst>
                  <a:ext uri="{FF2B5EF4-FFF2-40B4-BE49-F238E27FC236}">
                    <a16:creationId xmlns:a16="http://schemas.microsoft.com/office/drawing/2014/main" id="{3BBE2E0B-BE78-608D-6D12-17EF4A421C95}"/>
                  </a:ext>
                </a:extLst>
              </p:cNvPr>
              <p:cNvSpPr/>
              <p:nvPr/>
            </p:nvSpPr>
            <p:spPr>
              <a:xfrm>
                <a:off x="3501245" y="2978215"/>
                <a:ext cx="2524085" cy="819025"/>
              </a:xfrm>
              <a:prstGeom prst="roundRect">
                <a:avLst>
                  <a:gd name="adj" fmla="val 11610"/>
                </a:avLst>
              </a:prstGeom>
              <a:noFill/>
              <a:ln w="190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3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          </a:t>
                </a:r>
                <a:endParaRPr kumimoji="1" lang="en-US" altLang="zh-CN" sz="3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71" name="圆角矩形 270">
                <a:extLst>
                  <a:ext uri="{FF2B5EF4-FFF2-40B4-BE49-F238E27FC236}">
                    <a16:creationId xmlns:a16="http://schemas.microsoft.com/office/drawing/2014/main" id="{DA5EEB99-7D0C-F421-D0FE-F8A63C87DBD6}"/>
                  </a:ext>
                </a:extLst>
              </p:cNvPr>
              <p:cNvSpPr/>
              <p:nvPr/>
            </p:nvSpPr>
            <p:spPr>
              <a:xfrm>
                <a:off x="3501246" y="2735137"/>
                <a:ext cx="3562353" cy="208757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Toolkits (MCP servers)</a:t>
                </a:r>
                <a:endParaRPr kumimoji="1" lang="zh-CN" alt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72" name="组合 271">
                <a:extLst>
                  <a:ext uri="{FF2B5EF4-FFF2-40B4-BE49-F238E27FC236}">
                    <a16:creationId xmlns:a16="http://schemas.microsoft.com/office/drawing/2014/main" id="{50B5540F-B506-986C-B74F-518183B5AF3B}"/>
                  </a:ext>
                </a:extLst>
              </p:cNvPr>
              <p:cNvGrpSpPr/>
              <p:nvPr/>
            </p:nvGrpSpPr>
            <p:grpSpPr>
              <a:xfrm>
                <a:off x="3594807" y="3047763"/>
                <a:ext cx="2430523" cy="690445"/>
                <a:chOff x="5719938" y="7909659"/>
                <a:chExt cx="3044823" cy="878728"/>
              </a:xfrm>
            </p:grpSpPr>
            <p:sp>
              <p:nvSpPr>
                <p:cNvPr id="309" name="文本框 308">
                  <a:extLst>
                    <a:ext uri="{FF2B5EF4-FFF2-40B4-BE49-F238E27FC236}">
                      <a16:creationId xmlns:a16="http://schemas.microsoft.com/office/drawing/2014/main" id="{DB4A0675-18DF-A057-C91B-13546AB17AF4}"/>
                    </a:ext>
                  </a:extLst>
                </p:cNvPr>
                <p:cNvSpPr txBox="1"/>
                <p:nvPr/>
              </p:nvSpPr>
              <p:spPr>
                <a:xfrm>
                  <a:off x="6633870" y="8172876"/>
                  <a:ext cx="998977" cy="39162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8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x</a:t>
                  </a:r>
                  <a:endParaRPr lang="zh-CN" altLang="en-US" sz="2800" b="1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310" name="组合 309">
                  <a:extLst>
                    <a:ext uri="{FF2B5EF4-FFF2-40B4-BE49-F238E27FC236}">
                      <a16:creationId xmlns:a16="http://schemas.microsoft.com/office/drawing/2014/main" id="{077D9011-3E58-B6A4-3570-B33FB507B002}"/>
                    </a:ext>
                  </a:extLst>
                </p:cNvPr>
                <p:cNvGrpSpPr/>
                <p:nvPr/>
              </p:nvGrpSpPr>
              <p:grpSpPr>
                <a:xfrm>
                  <a:off x="7227863" y="8087599"/>
                  <a:ext cx="467173" cy="505046"/>
                  <a:chOff x="8687810" y="5861894"/>
                  <a:chExt cx="467173" cy="505046"/>
                </a:xfrm>
              </p:grpSpPr>
              <p:sp>
                <p:nvSpPr>
                  <p:cNvPr id="351" name="矩形 350">
                    <a:extLst>
                      <a:ext uri="{FF2B5EF4-FFF2-40B4-BE49-F238E27FC236}">
                        <a16:creationId xmlns:a16="http://schemas.microsoft.com/office/drawing/2014/main" id="{27D9600C-214C-8928-7AA0-842A7140F0CA}"/>
                      </a:ext>
                    </a:extLst>
                  </p:cNvPr>
                  <p:cNvSpPr/>
                  <p:nvPr/>
                </p:nvSpPr>
                <p:spPr>
                  <a:xfrm>
                    <a:off x="8725987" y="6005210"/>
                    <a:ext cx="392529" cy="101571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3600">
                      <a:solidFill>
                        <a:schemeClr val="bg2">
                          <a:lumMod val="90000"/>
                        </a:scheme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352" name="组合 351">
                    <a:extLst>
                      <a:ext uri="{FF2B5EF4-FFF2-40B4-BE49-F238E27FC236}">
                        <a16:creationId xmlns:a16="http://schemas.microsoft.com/office/drawing/2014/main" id="{7F893434-99D4-D8DD-B777-31122BE7E8BB}"/>
                      </a:ext>
                    </a:extLst>
                  </p:cNvPr>
                  <p:cNvGrpSpPr/>
                  <p:nvPr/>
                </p:nvGrpSpPr>
                <p:grpSpPr>
                  <a:xfrm>
                    <a:off x="8687810" y="5861894"/>
                    <a:ext cx="467173" cy="505046"/>
                    <a:chOff x="6204067" y="1439010"/>
                    <a:chExt cx="461625" cy="461625"/>
                  </a:xfrm>
                </p:grpSpPr>
                <p:sp>
                  <p:nvSpPr>
                    <p:cNvPr id="353" name="矩形 352">
                      <a:extLst>
                        <a:ext uri="{FF2B5EF4-FFF2-40B4-BE49-F238E27FC236}">
                          <a16:creationId xmlns:a16="http://schemas.microsoft.com/office/drawing/2014/main" id="{15901BB9-0361-C3BE-2883-C5B29ED1E2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40077" y="1662843"/>
                      <a:ext cx="389323" cy="193826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354" name="图形 353">
                      <a:extLst>
                        <a:ext uri="{FF2B5EF4-FFF2-40B4-BE49-F238E27FC236}">
                          <a16:creationId xmlns:a16="http://schemas.microsoft.com/office/drawing/2014/main" id="{8FB930F7-E45A-527E-4AC6-BFEE68E4344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204067" y="1439010"/>
                      <a:ext cx="461625" cy="461625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311" name="组合 310">
                  <a:extLst>
                    <a:ext uri="{FF2B5EF4-FFF2-40B4-BE49-F238E27FC236}">
                      <a16:creationId xmlns:a16="http://schemas.microsoft.com/office/drawing/2014/main" id="{8C69A6EC-225A-306B-F0CD-6B8B52BBD29E}"/>
                    </a:ext>
                  </a:extLst>
                </p:cNvPr>
                <p:cNvGrpSpPr/>
                <p:nvPr/>
              </p:nvGrpSpPr>
              <p:grpSpPr>
                <a:xfrm>
                  <a:off x="7685396" y="8087407"/>
                  <a:ext cx="467173" cy="505046"/>
                  <a:chOff x="4886767" y="6619762"/>
                  <a:chExt cx="691704" cy="635894"/>
                </a:xfrm>
              </p:grpSpPr>
              <p:sp>
                <p:nvSpPr>
                  <p:cNvPr id="347" name="矩形 346">
                    <a:extLst>
                      <a:ext uri="{FF2B5EF4-FFF2-40B4-BE49-F238E27FC236}">
                        <a16:creationId xmlns:a16="http://schemas.microsoft.com/office/drawing/2014/main" id="{30F80F8B-008C-4859-9762-B45E276CC46F}"/>
                      </a:ext>
                    </a:extLst>
                  </p:cNvPr>
                  <p:cNvSpPr/>
                  <p:nvPr/>
                </p:nvSpPr>
                <p:spPr>
                  <a:xfrm>
                    <a:off x="4935603" y="6780219"/>
                    <a:ext cx="583366" cy="274465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3600">
                      <a:solidFill>
                        <a:schemeClr val="bg2">
                          <a:lumMod val="90000"/>
                        </a:scheme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348" name="组合 347">
                    <a:extLst>
                      <a:ext uri="{FF2B5EF4-FFF2-40B4-BE49-F238E27FC236}">
                        <a16:creationId xmlns:a16="http://schemas.microsoft.com/office/drawing/2014/main" id="{A81C627B-3D4F-619B-576A-BD53225501B4}"/>
                      </a:ext>
                    </a:extLst>
                  </p:cNvPr>
                  <p:cNvGrpSpPr/>
                  <p:nvPr/>
                </p:nvGrpSpPr>
                <p:grpSpPr>
                  <a:xfrm>
                    <a:off x="4886767" y="6619762"/>
                    <a:ext cx="691704" cy="635894"/>
                    <a:chOff x="6204067" y="1439010"/>
                    <a:chExt cx="461625" cy="461625"/>
                  </a:xfrm>
                </p:grpSpPr>
                <p:sp>
                  <p:nvSpPr>
                    <p:cNvPr id="349" name="矩形 348">
                      <a:extLst>
                        <a:ext uri="{FF2B5EF4-FFF2-40B4-BE49-F238E27FC236}">
                          <a16:creationId xmlns:a16="http://schemas.microsoft.com/office/drawing/2014/main" id="{55BE6918-63B7-B5FE-6979-6ABA6C1D60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40077" y="1657423"/>
                      <a:ext cx="389323" cy="199247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350" name="图形 349">
                      <a:extLst>
                        <a:ext uri="{FF2B5EF4-FFF2-40B4-BE49-F238E27FC236}">
                          <a16:creationId xmlns:a16="http://schemas.microsoft.com/office/drawing/2014/main" id="{053CD986-46FC-28D9-D260-322CAB83473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204067" y="1439010"/>
                      <a:ext cx="461625" cy="461625"/>
                    </a:xfrm>
                    <a:prstGeom prst="rect">
                      <a:avLst/>
                    </a:prstGeom>
                  </p:spPr>
                </p:pic>
              </p:grpSp>
            </p:grpSp>
            <p:cxnSp>
              <p:nvCxnSpPr>
                <p:cNvPr id="312" name="直线连接符 311">
                  <a:extLst>
                    <a:ext uri="{FF2B5EF4-FFF2-40B4-BE49-F238E27FC236}">
                      <a16:creationId xmlns:a16="http://schemas.microsoft.com/office/drawing/2014/main" id="{4FEF8512-9F20-FC3C-3DFA-A3F8C986BF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91009" y="8387472"/>
                  <a:ext cx="471354" cy="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13" name="组合 312">
                  <a:extLst>
                    <a:ext uri="{FF2B5EF4-FFF2-40B4-BE49-F238E27FC236}">
                      <a16:creationId xmlns:a16="http://schemas.microsoft.com/office/drawing/2014/main" id="{562DA223-B8B2-073C-6808-4C2BAD8C23A3}"/>
                    </a:ext>
                  </a:extLst>
                </p:cNvPr>
                <p:cNvGrpSpPr/>
                <p:nvPr/>
              </p:nvGrpSpPr>
              <p:grpSpPr>
                <a:xfrm>
                  <a:off x="8143579" y="8086837"/>
                  <a:ext cx="467173" cy="505046"/>
                  <a:chOff x="6204067" y="1439010"/>
                  <a:chExt cx="461625" cy="461625"/>
                </a:xfrm>
              </p:grpSpPr>
              <p:sp>
                <p:nvSpPr>
                  <p:cNvPr id="345" name="矩形 344">
                    <a:extLst>
                      <a:ext uri="{FF2B5EF4-FFF2-40B4-BE49-F238E27FC236}">
                        <a16:creationId xmlns:a16="http://schemas.microsoft.com/office/drawing/2014/main" id="{5C37FD35-6691-42CD-03E9-70F3B1DB0209}"/>
                      </a:ext>
                    </a:extLst>
                  </p:cNvPr>
                  <p:cNvSpPr/>
                  <p:nvPr/>
                </p:nvSpPr>
                <p:spPr>
                  <a:xfrm>
                    <a:off x="6240077" y="1540611"/>
                    <a:ext cx="389323" cy="316581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3600">
                      <a:solidFill>
                        <a:schemeClr val="bg2">
                          <a:lumMod val="90000"/>
                        </a:scheme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pic>
                <p:nvPicPr>
                  <p:cNvPr id="346" name="图形 345">
                    <a:extLst>
                      <a:ext uri="{FF2B5EF4-FFF2-40B4-BE49-F238E27FC236}">
                        <a16:creationId xmlns:a16="http://schemas.microsoft.com/office/drawing/2014/main" id="{AC864289-E8C6-2BE0-314F-F6E9F83D33E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204067" y="1439010"/>
                    <a:ext cx="461625" cy="461625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14" name="组合 313">
                  <a:extLst>
                    <a:ext uri="{FF2B5EF4-FFF2-40B4-BE49-F238E27FC236}">
                      <a16:creationId xmlns:a16="http://schemas.microsoft.com/office/drawing/2014/main" id="{F9980E73-7936-93FB-5D5D-69C803A7C1F7}"/>
                    </a:ext>
                  </a:extLst>
                </p:cNvPr>
                <p:cNvGrpSpPr/>
                <p:nvPr/>
              </p:nvGrpSpPr>
              <p:grpSpPr>
                <a:xfrm>
                  <a:off x="7136272" y="7960960"/>
                  <a:ext cx="1628489" cy="206120"/>
                  <a:chOff x="7155234" y="8408724"/>
                  <a:chExt cx="1628489" cy="206120"/>
                </a:xfrm>
              </p:grpSpPr>
              <p:sp>
                <p:nvSpPr>
                  <p:cNvPr id="341" name="文本框 340">
                    <a:extLst>
                      <a:ext uri="{FF2B5EF4-FFF2-40B4-BE49-F238E27FC236}">
                        <a16:creationId xmlns:a16="http://schemas.microsoft.com/office/drawing/2014/main" id="{DE52D7C3-0B8A-3D82-F66B-D0F3815E1833}"/>
                      </a:ext>
                    </a:extLst>
                  </p:cNvPr>
                  <p:cNvSpPr txBox="1"/>
                  <p:nvPr/>
                </p:nvSpPr>
                <p:spPr>
                  <a:xfrm>
                    <a:off x="7585022" y="8408724"/>
                    <a:ext cx="692066" cy="2061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kumimoji="1" lang="en-US" altLang="zh-CN" sz="12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DELETE</a:t>
                    </a:r>
                    <a:endParaRPr lang="zh-CN" altLang="en-US" sz="1200" dirty="0"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42" name="文本框 341">
                    <a:extLst>
                      <a:ext uri="{FF2B5EF4-FFF2-40B4-BE49-F238E27FC236}">
                        <a16:creationId xmlns:a16="http://schemas.microsoft.com/office/drawing/2014/main" id="{3CABD2F1-B6D0-7B58-DE31-982273956472}"/>
                      </a:ext>
                    </a:extLst>
                  </p:cNvPr>
                  <p:cNvSpPr txBox="1"/>
                  <p:nvPr/>
                </p:nvSpPr>
                <p:spPr>
                  <a:xfrm>
                    <a:off x="8091657" y="8408724"/>
                    <a:ext cx="692066" cy="2061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kumimoji="1" lang="en-US" altLang="zh-CN" sz="12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DROP</a:t>
                    </a:r>
                    <a:endParaRPr lang="zh-CN" altLang="en-US" sz="1200" dirty="0"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pic>
                <p:nvPicPr>
                  <p:cNvPr id="343" name="图形 342">
                    <a:extLst>
                      <a:ext uri="{FF2B5EF4-FFF2-40B4-BE49-F238E27FC236}">
                        <a16:creationId xmlns:a16="http://schemas.microsoft.com/office/drawing/2014/main" id="{37AF5AEE-B911-83E6-E45A-2229052A7F3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162363" y="8482213"/>
                    <a:ext cx="119487" cy="119487"/>
                  </a:xfrm>
                  <a:prstGeom prst="rect">
                    <a:avLst/>
                  </a:prstGeom>
                </p:spPr>
              </p:pic>
              <p:sp>
                <p:nvSpPr>
                  <p:cNvPr id="344" name="文本框 343">
                    <a:extLst>
                      <a:ext uri="{FF2B5EF4-FFF2-40B4-BE49-F238E27FC236}">
                        <a16:creationId xmlns:a16="http://schemas.microsoft.com/office/drawing/2014/main" id="{5A00B917-1952-311C-B9E1-29672DFBC96D}"/>
                      </a:ext>
                    </a:extLst>
                  </p:cNvPr>
                  <p:cNvSpPr txBox="1"/>
                  <p:nvPr/>
                </p:nvSpPr>
                <p:spPr>
                  <a:xfrm>
                    <a:off x="7155234" y="8408724"/>
                    <a:ext cx="629636" cy="2061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kumimoji="1" lang="en-US" altLang="zh-CN" sz="12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SELECT</a:t>
                    </a:r>
                    <a:endParaRPr lang="zh-CN" altLang="en-US" sz="1200" dirty="0"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315" name="文本框 314">
                  <a:extLst>
                    <a:ext uri="{FF2B5EF4-FFF2-40B4-BE49-F238E27FC236}">
                      <a16:creationId xmlns:a16="http://schemas.microsoft.com/office/drawing/2014/main" id="{09650A4A-E84F-13B8-326F-320B21B4D5D5}"/>
                    </a:ext>
                  </a:extLst>
                </p:cNvPr>
                <p:cNvSpPr txBox="1"/>
                <p:nvPr/>
              </p:nvSpPr>
              <p:spPr>
                <a:xfrm>
                  <a:off x="8131934" y="8256864"/>
                  <a:ext cx="482828" cy="30917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❌</a:t>
                  </a:r>
                  <a:endPara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16" name="文本框 315">
                  <a:extLst>
                    <a:ext uri="{FF2B5EF4-FFF2-40B4-BE49-F238E27FC236}">
                      <a16:creationId xmlns:a16="http://schemas.microsoft.com/office/drawing/2014/main" id="{6169CDC5-160B-03D3-17F0-3F5971AC334A}"/>
                    </a:ext>
                  </a:extLst>
                </p:cNvPr>
                <p:cNvSpPr txBox="1"/>
                <p:nvPr/>
              </p:nvSpPr>
              <p:spPr>
                <a:xfrm>
                  <a:off x="7451028" y="8506467"/>
                  <a:ext cx="998977" cy="25319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16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Operations</a:t>
                  </a:r>
                  <a:endPara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17" name="文本框 316">
                  <a:extLst>
                    <a:ext uri="{FF2B5EF4-FFF2-40B4-BE49-F238E27FC236}">
                      <a16:creationId xmlns:a16="http://schemas.microsoft.com/office/drawing/2014/main" id="{75112261-951F-AFFA-4479-173C1B0A8C84}"/>
                    </a:ext>
                  </a:extLst>
                </p:cNvPr>
                <p:cNvSpPr txBox="1"/>
                <p:nvPr/>
              </p:nvSpPr>
              <p:spPr>
                <a:xfrm>
                  <a:off x="5922153" y="8506467"/>
                  <a:ext cx="998977" cy="25319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16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Objects</a:t>
                  </a:r>
                  <a:endPara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318" name="组合 317">
                  <a:extLst>
                    <a:ext uri="{FF2B5EF4-FFF2-40B4-BE49-F238E27FC236}">
                      <a16:creationId xmlns:a16="http://schemas.microsoft.com/office/drawing/2014/main" id="{250C6FA2-3761-18A4-339E-D3E19FAE0CBC}"/>
                    </a:ext>
                  </a:extLst>
                </p:cNvPr>
                <p:cNvGrpSpPr/>
                <p:nvPr/>
              </p:nvGrpSpPr>
              <p:grpSpPr>
                <a:xfrm>
                  <a:off x="5786294" y="7916663"/>
                  <a:ext cx="607275" cy="701068"/>
                  <a:chOff x="9740059" y="6993733"/>
                  <a:chExt cx="607275" cy="701068"/>
                </a:xfrm>
              </p:grpSpPr>
              <p:grpSp>
                <p:nvGrpSpPr>
                  <p:cNvPr id="332" name="组合 331">
                    <a:extLst>
                      <a:ext uri="{FF2B5EF4-FFF2-40B4-BE49-F238E27FC236}">
                        <a16:creationId xmlns:a16="http://schemas.microsoft.com/office/drawing/2014/main" id="{17D39595-065F-4F1C-B987-B876F95C5347}"/>
                      </a:ext>
                    </a:extLst>
                  </p:cNvPr>
                  <p:cNvGrpSpPr/>
                  <p:nvPr/>
                </p:nvGrpSpPr>
                <p:grpSpPr>
                  <a:xfrm>
                    <a:off x="9740059" y="6993733"/>
                    <a:ext cx="467173" cy="505046"/>
                    <a:chOff x="7883189" y="7231499"/>
                    <a:chExt cx="467173" cy="505046"/>
                  </a:xfrm>
                </p:grpSpPr>
                <p:sp>
                  <p:nvSpPr>
                    <p:cNvPr id="339" name="矩形 338">
                      <a:extLst>
                        <a:ext uri="{FF2B5EF4-FFF2-40B4-BE49-F238E27FC236}">
                          <a16:creationId xmlns:a16="http://schemas.microsoft.com/office/drawing/2014/main" id="{67F896F6-D176-6F09-4A34-E2941C331E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19632" y="7374682"/>
                      <a:ext cx="394002" cy="313764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340" name="图形 339">
                      <a:extLst>
                        <a:ext uri="{FF2B5EF4-FFF2-40B4-BE49-F238E27FC236}">
                          <a16:creationId xmlns:a16="http://schemas.microsoft.com/office/drawing/2014/main" id="{0BC294C9-1A5C-BCFF-2625-9EAA71E032C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883189" y="7231499"/>
                      <a:ext cx="467173" cy="50504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333" name="组合 332">
                    <a:extLst>
                      <a:ext uri="{FF2B5EF4-FFF2-40B4-BE49-F238E27FC236}">
                        <a16:creationId xmlns:a16="http://schemas.microsoft.com/office/drawing/2014/main" id="{A460B233-08B8-8734-53D6-B29F8FDF6B65}"/>
                      </a:ext>
                    </a:extLst>
                  </p:cNvPr>
                  <p:cNvGrpSpPr/>
                  <p:nvPr/>
                </p:nvGrpSpPr>
                <p:grpSpPr>
                  <a:xfrm>
                    <a:off x="9810110" y="7085901"/>
                    <a:ext cx="467173" cy="505046"/>
                    <a:chOff x="7883189" y="7231499"/>
                    <a:chExt cx="467173" cy="505046"/>
                  </a:xfrm>
                </p:grpSpPr>
                <p:sp>
                  <p:nvSpPr>
                    <p:cNvPr id="337" name="矩形 336">
                      <a:extLst>
                        <a:ext uri="{FF2B5EF4-FFF2-40B4-BE49-F238E27FC236}">
                          <a16:creationId xmlns:a16="http://schemas.microsoft.com/office/drawing/2014/main" id="{3148410B-4947-CD65-CEF8-BD88375C43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19632" y="7374682"/>
                      <a:ext cx="394002" cy="313764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338" name="图形 337">
                      <a:extLst>
                        <a:ext uri="{FF2B5EF4-FFF2-40B4-BE49-F238E27FC236}">
                          <a16:creationId xmlns:a16="http://schemas.microsoft.com/office/drawing/2014/main" id="{79F654FD-3D16-43CF-214E-5E3AEC8FEC3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883189" y="7231499"/>
                      <a:ext cx="467173" cy="50504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334" name="组合 333">
                    <a:extLst>
                      <a:ext uri="{FF2B5EF4-FFF2-40B4-BE49-F238E27FC236}">
                        <a16:creationId xmlns:a16="http://schemas.microsoft.com/office/drawing/2014/main" id="{7E0AC597-2714-6CEB-F8B8-EBB68EAC64B7}"/>
                      </a:ext>
                    </a:extLst>
                  </p:cNvPr>
                  <p:cNvGrpSpPr/>
                  <p:nvPr/>
                </p:nvGrpSpPr>
                <p:grpSpPr>
                  <a:xfrm>
                    <a:off x="9880161" y="7189755"/>
                    <a:ext cx="467173" cy="505046"/>
                    <a:chOff x="7883189" y="7231499"/>
                    <a:chExt cx="467173" cy="505046"/>
                  </a:xfrm>
                </p:grpSpPr>
                <p:sp>
                  <p:nvSpPr>
                    <p:cNvPr id="335" name="矩形 334">
                      <a:extLst>
                        <a:ext uri="{FF2B5EF4-FFF2-40B4-BE49-F238E27FC236}">
                          <a16:creationId xmlns:a16="http://schemas.microsoft.com/office/drawing/2014/main" id="{9AACDD3F-3B69-6BF2-97CE-734A106640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19632" y="7374682"/>
                      <a:ext cx="394002" cy="313764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336" name="图形 335">
                      <a:extLst>
                        <a:ext uri="{FF2B5EF4-FFF2-40B4-BE49-F238E27FC236}">
                          <a16:creationId xmlns:a16="http://schemas.microsoft.com/office/drawing/2014/main" id="{928C7E05-B0EA-0CE9-EEA0-680DC962094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883189" y="7231499"/>
                      <a:ext cx="467173" cy="505046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319" name="组合 318">
                  <a:extLst>
                    <a:ext uri="{FF2B5EF4-FFF2-40B4-BE49-F238E27FC236}">
                      <a16:creationId xmlns:a16="http://schemas.microsoft.com/office/drawing/2014/main" id="{9CD5FA8E-5C20-35C3-3510-3DD38D08EECB}"/>
                    </a:ext>
                  </a:extLst>
                </p:cNvPr>
                <p:cNvGrpSpPr/>
                <p:nvPr/>
              </p:nvGrpSpPr>
              <p:grpSpPr>
                <a:xfrm>
                  <a:off x="6385199" y="7916663"/>
                  <a:ext cx="607275" cy="701068"/>
                  <a:chOff x="9740059" y="6993733"/>
                  <a:chExt cx="607275" cy="701068"/>
                </a:xfrm>
              </p:grpSpPr>
              <p:grpSp>
                <p:nvGrpSpPr>
                  <p:cNvPr id="323" name="组合 322">
                    <a:extLst>
                      <a:ext uri="{FF2B5EF4-FFF2-40B4-BE49-F238E27FC236}">
                        <a16:creationId xmlns:a16="http://schemas.microsoft.com/office/drawing/2014/main" id="{34DD6613-3E06-7CA5-4E42-2D1DD1F1BD70}"/>
                      </a:ext>
                    </a:extLst>
                  </p:cNvPr>
                  <p:cNvGrpSpPr/>
                  <p:nvPr/>
                </p:nvGrpSpPr>
                <p:grpSpPr>
                  <a:xfrm>
                    <a:off x="9740059" y="6993733"/>
                    <a:ext cx="467173" cy="505046"/>
                    <a:chOff x="7883189" y="7231499"/>
                    <a:chExt cx="467173" cy="505046"/>
                  </a:xfrm>
                </p:grpSpPr>
                <p:sp>
                  <p:nvSpPr>
                    <p:cNvPr id="330" name="矩形 329">
                      <a:extLst>
                        <a:ext uri="{FF2B5EF4-FFF2-40B4-BE49-F238E27FC236}">
                          <a16:creationId xmlns:a16="http://schemas.microsoft.com/office/drawing/2014/main" id="{7D4CDB0D-DFE5-114A-F168-AE478BA8A4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19632" y="7374682"/>
                      <a:ext cx="394002" cy="313764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331" name="图形 330">
                      <a:extLst>
                        <a:ext uri="{FF2B5EF4-FFF2-40B4-BE49-F238E27FC236}">
                          <a16:creationId xmlns:a16="http://schemas.microsoft.com/office/drawing/2014/main" id="{F2148692-D546-DE76-137C-62DBC84D26E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883189" y="7231499"/>
                      <a:ext cx="467173" cy="50504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324" name="组合 323">
                    <a:extLst>
                      <a:ext uri="{FF2B5EF4-FFF2-40B4-BE49-F238E27FC236}">
                        <a16:creationId xmlns:a16="http://schemas.microsoft.com/office/drawing/2014/main" id="{B2702495-4D54-A9D8-9462-6D2340A35924}"/>
                      </a:ext>
                    </a:extLst>
                  </p:cNvPr>
                  <p:cNvGrpSpPr/>
                  <p:nvPr/>
                </p:nvGrpSpPr>
                <p:grpSpPr>
                  <a:xfrm>
                    <a:off x="9810110" y="7085901"/>
                    <a:ext cx="467173" cy="505046"/>
                    <a:chOff x="7883189" y="7231499"/>
                    <a:chExt cx="467173" cy="505046"/>
                  </a:xfrm>
                </p:grpSpPr>
                <p:sp>
                  <p:nvSpPr>
                    <p:cNvPr id="328" name="矩形 327">
                      <a:extLst>
                        <a:ext uri="{FF2B5EF4-FFF2-40B4-BE49-F238E27FC236}">
                          <a16:creationId xmlns:a16="http://schemas.microsoft.com/office/drawing/2014/main" id="{2815DDE4-B1E0-0015-B1AE-ACAE928877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19632" y="7374682"/>
                      <a:ext cx="394002" cy="313764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329" name="图形 328">
                      <a:extLst>
                        <a:ext uri="{FF2B5EF4-FFF2-40B4-BE49-F238E27FC236}">
                          <a16:creationId xmlns:a16="http://schemas.microsoft.com/office/drawing/2014/main" id="{0FF4D196-1D00-24D3-D6E5-690D9602131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883189" y="7231499"/>
                      <a:ext cx="467173" cy="50504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325" name="组合 324">
                    <a:extLst>
                      <a:ext uri="{FF2B5EF4-FFF2-40B4-BE49-F238E27FC236}">
                        <a16:creationId xmlns:a16="http://schemas.microsoft.com/office/drawing/2014/main" id="{2EB51B84-5BA8-8067-97B3-04F68D0A9998}"/>
                      </a:ext>
                    </a:extLst>
                  </p:cNvPr>
                  <p:cNvGrpSpPr/>
                  <p:nvPr/>
                </p:nvGrpSpPr>
                <p:grpSpPr>
                  <a:xfrm>
                    <a:off x="9880161" y="7189755"/>
                    <a:ext cx="467173" cy="505046"/>
                    <a:chOff x="7883189" y="7231499"/>
                    <a:chExt cx="467173" cy="505046"/>
                  </a:xfrm>
                </p:grpSpPr>
                <p:sp>
                  <p:nvSpPr>
                    <p:cNvPr id="326" name="矩形 325">
                      <a:extLst>
                        <a:ext uri="{FF2B5EF4-FFF2-40B4-BE49-F238E27FC236}">
                          <a16:creationId xmlns:a16="http://schemas.microsoft.com/office/drawing/2014/main" id="{285E71E6-1E38-0014-8E5A-249479D72E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19633" y="7374683"/>
                      <a:ext cx="394002" cy="313765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327" name="图形 326">
                      <a:extLst>
                        <a:ext uri="{FF2B5EF4-FFF2-40B4-BE49-F238E27FC236}">
                          <a16:creationId xmlns:a16="http://schemas.microsoft.com/office/drawing/2014/main" id="{0299BFFB-9ECE-D33F-BD70-FBFD417DF31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883189" y="7231499"/>
                      <a:ext cx="467173" cy="505046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320" name="图形 319">
                  <a:extLst>
                    <a:ext uri="{FF2B5EF4-FFF2-40B4-BE49-F238E27FC236}">
                      <a16:creationId xmlns:a16="http://schemas.microsoft.com/office/drawing/2014/main" id="{C902B07F-A07D-3708-69CF-5D6D1E7904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26403" y="8280286"/>
                  <a:ext cx="256916" cy="256916"/>
                </a:xfrm>
                <a:prstGeom prst="rect">
                  <a:avLst/>
                </a:prstGeom>
              </p:spPr>
            </p:pic>
            <p:sp>
              <p:nvSpPr>
                <p:cNvPr id="321" name="圆角矩形 320">
                  <a:extLst>
                    <a:ext uri="{FF2B5EF4-FFF2-40B4-BE49-F238E27FC236}">
                      <a16:creationId xmlns:a16="http://schemas.microsoft.com/office/drawing/2014/main" id="{EA9855FB-4E73-0460-9A11-02F814BC859E}"/>
                    </a:ext>
                  </a:extLst>
                </p:cNvPr>
                <p:cNvSpPr/>
                <p:nvPr/>
              </p:nvSpPr>
              <p:spPr>
                <a:xfrm>
                  <a:off x="5719938" y="7916663"/>
                  <a:ext cx="1327704" cy="871724"/>
                </a:xfrm>
                <a:prstGeom prst="roundRect">
                  <a:avLst>
                    <a:gd name="adj" fmla="val 11610"/>
                  </a:avLst>
                </a:prstGeom>
                <a:noFill/>
                <a:ln w="19050">
                  <a:solidFill>
                    <a:schemeClr val="bg1">
                      <a:lumMod val="85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32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            </a:t>
                  </a:r>
                  <a:endParaRPr kumimoji="1" lang="en-US" altLang="zh-CN" sz="32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22" name="圆角矩形 321">
                  <a:extLst>
                    <a:ext uri="{FF2B5EF4-FFF2-40B4-BE49-F238E27FC236}">
                      <a16:creationId xmlns:a16="http://schemas.microsoft.com/office/drawing/2014/main" id="{1C675B27-35E5-4AEF-9290-910CDB882BBC}"/>
                    </a:ext>
                  </a:extLst>
                </p:cNvPr>
                <p:cNvSpPr/>
                <p:nvPr/>
              </p:nvSpPr>
              <p:spPr>
                <a:xfrm>
                  <a:off x="7212397" y="7909659"/>
                  <a:ext cx="1423401" cy="871724"/>
                </a:xfrm>
                <a:prstGeom prst="roundRect">
                  <a:avLst>
                    <a:gd name="adj" fmla="val 11610"/>
                  </a:avLst>
                </a:prstGeom>
                <a:noFill/>
                <a:ln w="19050">
                  <a:solidFill>
                    <a:schemeClr val="bg1">
                      <a:lumMod val="85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32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            </a:t>
                  </a:r>
                  <a:endParaRPr kumimoji="1" lang="en-US" altLang="zh-CN" sz="32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273" name="文本框 272">
                <a:extLst>
                  <a:ext uri="{FF2B5EF4-FFF2-40B4-BE49-F238E27FC236}">
                    <a16:creationId xmlns:a16="http://schemas.microsoft.com/office/drawing/2014/main" id="{93AAA048-EB58-3B84-86AD-9DC18288D35A}"/>
                  </a:ext>
                </a:extLst>
              </p:cNvPr>
              <p:cNvSpPr txBox="1"/>
              <p:nvPr/>
            </p:nvSpPr>
            <p:spPr>
              <a:xfrm>
                <a:off x="4745471" y="3866789"/>
                <a:ext cx="1287982" cy="198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Databases</a:t>
                </a:r>
                <a:endParaRPr lang="zh-CN" alt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74" name="圆角矩形 273">
                <a:extLst>
                  <a:ext uri="{FF2B5EF4-FFF2-40B4-BE49-F238E27FC236}">
                    <a16:creationId xmlns:a16="http://schemas.microsoft.com/office/drawing/2014/main" id="{317F5791-E9EC-DFF0-D303-AA38A8B8F276}"/>
                  </a:ext>
                </a:extLst>
              </p:cNvPr>
              <p:cNvSpPr/>
              <p:nvPr/>
            </p:nvSpPr>
            <p:spPr>
              <a:xfrm>
                <a:off x="6074566" y="2978217"/>
                <a:ext cx="989033" cy="819022"/>
              </a:xfrm>
              <a:prstGeom prst="roundRect">
                <a:avLst>
                  <a:gd name="adj" fmla="val 11610"/>
                </a:avLst>
              </a:prstGeom>
              <a:noFill/>
              <a:ln w="190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          </a:t>
                </a:r>
                <a:endParaRPr kumimoji="1" lang="en-US" altLang="zh-CN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75" name="组合 274">
                <a:extLst>
                  <a:ext uri="{FF2B5EF4-FFF2-40B4-BE49-F238E27FC236}">
                    <a16:creationId xmlns:a16="http://schemas.microsoft.com/office/drawing/2014/main" id="{3D272B29-0DAC-D77D-AE53-B26E3B17886A}"/>
                  </a:ext>
                </a:extLst>
              </p:cNvPr>
              <p:cNvGrpSpPr/>
              <p:nvPr/>
            </p:nvGrpSpPr>
            <p:grpSpPr>
              <a:xfrm>
                <a:off x="6304443" y="3251777"/>
                <a:ext cx="744681" cy="411111"/>
                <a:chOff x="8612645" y="6409560"/>
                <a:chExt cx="1074060" cy="594314"/>
              </a:xfrm>
            </p:grpSpPr>
            <p:pic>
              <p:nvPicPr>
                <p:cNvPr id="307" name="图片 306">
                  <a:extLst>
                    <a:ext uri="{FF2B5EF4-FFF2-40B4-BE49-F238E27FC236}">
                      <a16:creationId xmlns:a16="http://schemas.microsoft.com/office/drawing/2014/main" id="{78B0F081-8443-15C2-DD31-A264612701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612645" y="6409560"/>
                  <a:ext cx="1074060" cy="594314"/>
                </a:xfrm>
                <a:prstGeom prst="rect">
                  <a:avLst/>
                </a:prstGeom>
              </p:spPr>
            </p:pic>
            <p:pic>
              <p:nvPicPr>
                <p:cNvPr id="308" name="图形 307">
                  <a:extLst>
                    <a:ext uri="{FF2B5EF4-FFF2-40B4-BE49-F238E27FC236}">
                      <a16:creationId xmlns:a16="http://schemas.microsoft.com/office/drawing/2014/main" id="{CEC3C1C5-ADD3-F179-4326-EAA2B12586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08179" y="6836073"/>
                  <a:ext cx="646128" cy="161532"/>
                </a:xfrm>
                <a:prstGeom prst="rect">
                  <a:avLst/>
                </a:prstGeom>
              </p:spPr>
            </p:pic>
          </p:grpSp>
          <p:pic>
            <p:nvPicPr>
              <p:cNvPr id="276" name="Picture 10" descr="Website Icon">
                <a:extLst>
                  <a:ext uri="{FF2B5EF4-FFF2-40B4-BE49-F238E27FC236}">
                    <a16:creationId xmlns:a16="http://schemas.microsoft.com/office/drawing/2014/main" id="{269FDC1C-00AB-41DE-F12C-411633D9A2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14739" y="3031038"/>
                <a:ext cx="416890" cy="3232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77" name="图形 276">
                <a:extLst>
                  <a:ext uri="{FF2B5EF4-FFF2-40B4-BE49-F238E27FC236}">
                    <a16:creationId xmlns:a16="http://schemas.microsoft.com/office/drawing/2014/main" id="{1E19B337-FD40-FFDB-C6E7-7BD094DF60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6584248" y="3079262"/>
                <a:ext cx="210306" cy="226826"/>
              </a:xfrm>
              <a:prstGeom prst="rect">
                <a:avLst/>
              </a:prstGeom>
            </p:spPr>
          </p:pic>
          <p:pic>
            <p:nvPicPr>
              <p:cNvPr id="278" name="图形 277">
                <a:extLst>
                  <a:ext uri="{FF2B5EF4-FFF2-40B4-BE49-F238E27FC236}">
                    <a16:creationId xmlns:a16="http://schemas.microsoft.com/office/drawing/2014/main" id="{B1FC291C-981E-C74B-AD5A-013721C2A8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6157837" y="3417200"/>
                <a:ext cx="238442" cy="257172"/>
              </a:xfrm>
              <a:prstGeom prst="rect">
                <a:avLst/>
              </a:prstGeom>
            </p:spPr>
          </p:pic>
          <p:sp>
            <p:nvSpPr>
              <p:cNvPr id="279" name="圆角矩形 278">
                <a:extLst>
                  <a:ext uri="{FF2B5EF4-FFF2-40B4-BE49-F238E27FC236}">
                    <a16:creationId xmlns:a16="http://schemas.microsoft.com/office/drawing/2014/main" id="{9571AEBA-BCC9-29DB-EF4F-046855B1C1A4}"/>
                  </a:ext>
                </a:extLst>
              </p:cNvPr>
              <p:cNvSpPr/>
              <p:nvPr/>
            </p:nvSpPr>
            <p:spPr>
              <a:xfrm>
                <a:off x="6573624" y="3052165"/>
                <a:ext cx="443033" cy="285135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80" name="文本框 279">
                <a:extLst>
                  <a:ext uri="{FF2B5EF4-FFF2-40B4-BE49-F238E27FC236}">
                    <a16:creationId xmlns:a16="http://schemas.microsoft.com/office/drawing/2014/main" id="{57AA3C44-28BF-8E6E-5ED6-97D39F2BFDFA}"/>
                  </a:ext>
                </a:extLst>
              </p:cNvPr>
              <p:cNvSpPr txBox="1"/>
              <p:nvPr/>
            </p:nvSpPr>
            <p:spPr>
              <a:xfrm>
                <a:off x="6694089" y="3031038"/>
                <a:ext cx="398286" cy="1537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" altLang="zh-CN" sz="11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BLIP</a:t>
                </a:r>
              </a:p>
            </p:txBody>
          </p:sp>
          <p:sp>
            <p:nvSpPr>
              <p:cNvPr id="281" name="文本框 280">
                <a:extLst>
                  <a:ext uri="{FF2B5EF4-FFF2-40B4-BE49-F238E27FC236}">
                    <a16:creationId xmlns:a16="http://schemas.microsoft.com/office/drawing/2014/main" id="{58EB5F4C-58E6-9D79-D058-EFE87DCD9D5C}"/>
                  </a:ext>
                </a:extLst>
              </p:cNvPr>
              <p:cNvSpPr txBox="1"/>
              <p:nvPr/>
            </p:nvSpPr>
            <p:spPr>
              <a:xfrm>
                <a:off x="6696610" y="3162950"/>
                <a:ext cx="443243" cy="1537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" altLang="zh-CN" sz="11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BART</a:t>
                </a:r>
              </a:p>
            </p:txBody>
          </p:sp>
          <p:sp>
            <p:nvSpPr>
              <p:cNvPr id="282" name="圆角矩形 281">
                <a:extLst>
                  <a:ext uri="{FF2B5EF4-FFF2-40B4-BE49-F238E27FC236}">
                    <a16:creationId xmlns:a16="http://schemas.microsoft.com/office/drawing/2014/main" id="{A1EED2F8-1D48-B064-B265-511DAD993F89}"/>
                  </a:ext>
                </a:extLst>
              </p:cNvPr>
              <p:cNvSpPr/>
              <p:nvPr/>
            </p:nvSpPr>
            <p:spPr>
              <a:xfrm>
                <a:off x="6114740" y="3050165"/>
                <a:ext cx="418349" cy="285135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83" name="圆角矩形 282">
                <a:extLst>
                  <a:ext uri="{FF2B5EF4-FFF2-40B4-BE49-F238E27FC236}">
                    <a16:creationId xmlns:a16="http://schemas.microsoft.com/office/drawing/2014/main" id="{A738D3FC-17D9-CA19-A635-BC4B07D40323}"/>
                  </a:ext>
                </a:extLst>
              </p:cNvPr>
              <p:cNvSpPr/>
              <p:nvPr/>
            </p:nvSpPr>
            <p:spPr>
              <a:xfrm>
                <a:off x="6127592" y="3388722"/>
                <a:ext cx="876064" cy="285135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284" name="Picture 14" descr="Toolbox - Free Tools and utensils icons">
                <a:hlinkClick r:id="rId18"/>
                <a:extLst>
                  <a:ext uri="{FF2B5EF4-FFF2-40B4-BE49-F238E27FC236}">
                    <a16:creationId xmlns:a16="http://schemas.microsoft.com/office/drawing/2014/main" id="{39C1E926-93C2-FDFF-92EF-FA30575B7BA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31051" y="2717024"/>
                <a:ext cx="214602" cy="24498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85" name="组合 284">
                <a:extLst>
                  <a:ext uri="{FF2B5EF4-FFF2-40B4-BE49-F238E27FC236}">
                    <a16:creationId xmlns:a16="http://schemas.microsoft.com/office/drawing/2014/main" id="{6095D125-3065-E3EF-C15F-ED0644C86478}"/>
                  </a:ext>
                </a:extLst>
              </p:cNvPr>
              <p:cNvGrpSpPr/>
              <p:nvPr/>
            </p:nvGrpSpPr>
            <p:grpSpPr>
              <a:xfrm>
                <a:off x="3994378" y="3824484"/>
                <a:ext cx="1061982" cy="337752"/>
                <a:chOff x="6963336" y="7166639"/>
                <a:chExt cx="1751282" cy="505039"/>
              </a:xfrm>
            </p:grpSpPr>
            <p:pic>
              <p:nvPicPr>
                <p:cNvPr id="303" name="图形 302">
                  <a:extLst>
                    <a:ext uri="{FF2B5EF4-FFF2-40B4-BE49-F238E27FC236}">
                      <a16:creationId xmlns:a16="http://schemas.microsoft.com/office/drawing/2014/main" id="{6DE3FD96-7C86-F9E8-2621-CCAB1A6F5C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865141" y="7267061"/>
                  <a:ext cx="304195" cy="304195"/>
                </a:xfrm>
                <a:prstGeom prst="rect">
                  <a:avLst/>
                </a:prstGeom>
              </p:spPr>
            </p:pic>
            <p:pic>
              <p:nvPicPr>
                <p:cNvPr id="304" name="图形 303">
                  <a:extLst>
                    <a:ext uri="{FF2B5EF4-FFF2-40B4-BE49-F238E27FC236}">
                      <a16:creationId xmlns:a16="http://schemas.microsoft.com/office/drawing/2014/main" id="{FC0769B3-B614-20E4-6A22-8A2FEAFB3E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2">
                  <a:extLst>
                    <a:ext uri="{96DAC541-7B7A-43D3-8B79-37D633B846F1}">
                      <asvg:svgBlip xmlns:asvg="http://schemas.microsoft.com/office/drawing/2016/SVG/main" r:embed="rId2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09579" y="7166639"/>
                  <a:ext cx="505039" cy="505039"/>
                </a:xfrm>
                <a:prstGeom prst="rect">
                  <a:avLst/>
                </a:prstGeom>
              </p:spPr>
            </p:pic>
            <p:pic>
              <p:nvPicPr>
                <p:cNvPr id="305" name="图片 304">
                  <a:extLst>
                    <a:ext uri="{FF2B5EF4-FFF2-40B4-BE49-F238E27FC236}">
                      <a16:creationId xmlns:a16="http://schemas.microsoft.com/office/drawing/2014/main" id="{464DFCB2-A7ED-FA17-FD7C-99B29EEF72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963336" y="7250365"/>
                  <a:ext cx="417804" cy="337586"/>
                </a:xfrm>
                <a:prstGeom prst="rect">
                  <a:avLst/>
                </a:prstGeom>
              </p:spPr>
            </p:pic>
            <p:pic>
              <p:nvPicPr>
                <p:cNvPr id="306" name="Picture 4">
                  <a:extLst>
                    <a:ext uri="{FF2B5EF4-FFF2-40B4-BE49-F238E27FC236}">
                      <a16:creationId xmlns:a16="http://schemas.microsoft.com/office/drawing/2014/main" id="{4B267954-C59A-6298-3B78-8D09AACB33C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21513" b="21522"/>
                <a:stretch/>
              </p:blipFill>
              <p:spPr bwMode="auto">
                <a:xfrm>
                  <a:off x="7419977" y="7233973"/>
                  <a:ext cx="370370" cy="37037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286" name="文本框 285">
                <a:extLst>
                  <a:ext uri="{FF2B5EF4-FFF2-40B4-BE49-F238E27FC236}">
                    <a16:creationId xmlns:a16="http://schemas.microsoft.com/office/drawing/2014/main" id="{25DE6B3B-8452-7ED5-E719-EEDC85308479}"/>
                  </a:ext>
                </a:extLst>
              </p:cNvPr>
              <p:cNvSpPr txBox="1"/>
              <p:nvPr/>
            </p:nvSpPr>
            <p:spPr>
              <a:xfrm>
                <a:off x="5940256" y="3792318"/>
                <a:ext cx="1287982" cy="3436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Other backend systems / services</a:t>
                </a:r>
                <a:endParaRPr lang="zh-CN" alt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287" name="直线箭头连接符 286">
                <a:extLst>
                  <a:ext uri="{FF2B5EF4-FFF2-40B4-BE49-F238E27FC236}">
                    <a16:creationId xmlns:a16="http://schemas.microsoft.com/office/drawing/2014/main" id="{29F2B922-B3EE-1A8F-884F-C65B7154F1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3314" y="2415525"/>
                <a:ext cx="0" cy="3170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直线箭头连接符 287">
                <a:extLst>
                  <a:ext uri="{FF2B5EF4-FFF2-40B4-BE49-F238E27FC236}">
                    <a16:creationId xmlns:a16="http://schemas.microsoft.com/office/drawing/2014/main" id="{33C0E492-0A14-7930-4E9F-053FB5BFE2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71057" y="2411565"/>
                <a:ext cx="3043" cy="317003"/>
              </a:xfrm>
              <a:prstGeom prst="straightConnector1">
                <a:avLst/>
              </a:prstGeom>
              <a:ln w="47625" cmpd="sng">
                <a:solidFill>
                  <a:schemeClr val="tx1"/>
                </a:solidFill>
                <a:prstDash val="sysDot"/>
                <a:tailEnd type="stealth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89" name="图形 288">
                <a:extLst>
                  <a:ext uri="{FF2B5EF4-FFF2-40B4-BE49-F238E27FC236}">
                    <a16:creationId xmlns:a16="http://schemas.microsoft.com/office/drawing/2014/main" id="{E492A3D1-4118-D1BD-921C-8F9E52004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 rot="10800000" flipV="1">
                <a:off x="3562390" y="2480594"/>
                <a:ext cx="152038" cy="152038"/>
              </a:xfrm>
              <a:prstGeom prst="rect">
                <a:avLst/>
              </a:prstGeom>
            </p:spPr>
          </p:pic>
          <p:pic>
            <p:nvPicPr>
              <p:cNvPr id="290" name="图形 289">
                <a:extLst>
                  <a:ext uri="{FF2B5EF4-FFF2-40B4-BE49-F238E27FC236}">
                    <a16:creationId xmlns:a16="http://schemas.microsoft.com/office/drawing/2014/main" id="{EB2A66F0-8AF1-564F-02CA-E562291322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 rot="11433366" flipV="1">
                <a:off x="4390742" y="2495637"/>
                <a:ext cx="147771" cy="147771"/>
              </a:xfrm>
              <a:prstGeom prst="rect">
                <a:avLst/>
              </a:prstGeom>
            </p:spPr>
          </p:pic>
          <p:cxnSp>
            <p:nvCxnSpPr>
              <p:cNvPr id="291" name="直线箭头连接符 290">
                <a:extLst>
                  <a:ext uri="{FF2B5EF4-FFF2-40B4-BE49-F238E27FC236}">
                    <a16:creationId xmlns:a16="http://schemas.microsoft.com/office/drawing/2014/main" id="{B9B57D3F-112D-7462-0039-2DC816A5B49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340758" y="2423889"/>
                <a:ext cx="3043" cy="317003"/>
              </a:xfrm>
              <a:prstGeom prst="straightConnector1">
                <a:avLst/>
              </a:prstGeom>
              <a:ln w="47625" cmpd="sng">
                <a:solidFill>
                  <a:schemeClr val="tx1"/>
                </a:solidFill>
                <a:prstDash val="sysDot"/>
                <a:tailEnd type="stealth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直线箭头连接符 291">
                <a:extLst>
                  <a:ext uri="{FF2B5EF4-FFF2-40B4-BE49-F238E27FC236}">
                    <a16:creationId xmlns:a16="http://schemas.microsoft.com/office/drawing/2014/main" id="{D0001FB3-3E31-7C29-626C-E61A581D7F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07073" y="2423889"/>
                <a:ext cx="0" cy="3170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直线箭头连接符 292">
                <a:extLst>
                  <a:ext uri="{FF2B5EF4-FFF2-40B4-BE49-F238E27FC236}">
                    <a16:creationId xmlns:a16="http://schemas.microsoft.com/office/drawing/2014/main" id="{6BCA7617-311C-7E80-445A-16AE5F14D53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637580" y="2407171"/>
                <a:ext cx="3043" cy="317003"/>
              </a:xfrm>
              <a:prstGeom prst="straightConnector1">
                <a:avLst/>
              </a:prstGeom>
              <a:ln w="25400" cmpd="sng">
                <a:solidFill>
                  <a:schemeClr val="tx1"/>
                </a:solidFill>
                <a:prstDash val="sysDot"/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94" name="图形 293">
                <a:extLst>
                  <a:ext uri="{FF2B5EF4-FFF2-40B4-BE49-F238E27FC236}">
                    <a16:creationId xmlns:a16="http://schemas.microsoft.com/office/drawing/2014/main" id="{D71A7DE9-D38F-C1FC-E8F9-B6BBEC99AC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/>
              </a:stretch>
            </p:blipFill>
            <p:spPr>
              <a:xfrm>
                <a:off x="5294213" y="2489487"/>
                <a:ext cx="173375" cy="173375"/>
              </a:xfrm>
              <a:prstGeom prst="rect">
                <a:avLst/>
              </a:prstGeom>
            </p:spPr>
          </p:pic>
          <p:sp>
            <p:nvSpPr>
              <p:cNvPr id="295" name="空心弧 294">
                <a:extLst>
                  <a:ext uri="{FF2B5EF4-FFF2-40B4-BE49-F238E27FC236}">
                    <a16:creationId xmlns:a16="http://schemas.microsoft.com/office/drawing/2014/main" id="{DB6F9187-238E-DD14-32B0-15BB7BA5062F}"/>
                  </a:ext>
                </a:extLst>
              </p:cNvPr>
              <p:cNvSpPr/>
              <p:nvPr/>
            </p:nvSpPr>
            <p:spPr>
              <a:xfrm>
                <a:off x="4648010" y="2327842"/>
                <a:ext cx="870178" cy="177107"/>
              </a:xfrm>
              <a:prstGeom prst="blockArc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96" name="空心弧 295">
                <a:extLst>
                  <a:ext uri="{FF2B5EF4-FFF2-40B4-BE49-F238E27FC236}">
                    <a16:creationId xmlns:a16="http://schemas.microsoft.com/office/drawing/2014/main" id="{02EFEB90-C283-6FC4-7608-C486D854C80B}"/>
                  </a:ext>
                </a:extLst>
              </p:cNvPr>
              <p:cNvSpPr/>
              <p:nvPr/>
            </p:nvSpPr>
            <p:spPr>
              <a:xfrm>
                <a:off x="3835110" y="2337669"/>
                <a:ext cx="731366" cy="190004"/>
              </a:xfrm>
              <a:prstGeom prst="blockArc">
                <a:avLst>
                  <a:gd name="adj1" fmla="val 10918671"/>
                  <a:gd name="adj2" fmla="val 47929"/>
                  <a:gd name="adj3" fmla="val 15667"/>
                </a:avLst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97" name="矩形 296">
                <a:extLst>
                  <a:ext uri="{FF2B5EF4-FFF2-40B4-BE49-F238E27FC236}">
                    <a16:creationId xmlns:a16="http://schemas.microsoft.com/office/drawing/2014/main" id="{CDC660D4-4A03-34C9-C0A6-CE95978F980F}"/>
                  </a:ext>
                </a:extLst>
              </p:cNvPr>
              <p:cNvSpPr/>
              <p:nvPr/>
            </p:nvSpPr>
            <p:spPr>
              <a:xfrm>
                <a:off x="3523194" y="2131009"/>
                <a:ext cx="956250" cy="1534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Interact with users</a:t>
                </a:r>
                <a:endParaRPr kumimoji="1" lang="zh-CN" altLang="en-US" sz="12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98" name="矩形 297">
                <a:extLst>
                  <a:ext uri="{FF2B5EF4-FFF2-40B4-BE49-F238E27FC236}">
                    <a16:creationId xmlns:a16="http://schemas.microsoft.com/office/drawing/2014/main" id="{00E32BEB-4578-3B86-E839-AB4BFEC9A83B}"/>
                  </a:ext>
                </a:extLst>
              </p:cNvPr>
              <p:cNvSpPr/>
              <p:nvPr/>
            </p:nvSpPr>
            <p:spPr>
              <a:xfrm>
                <a:off x="4521786" y="2131009"/>
                <a:ext cx="805367" cy="1534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Task reasoning</a:t>
                </a:r>
                <a:endParaRPr kumimoji="1" lang="zh-CN" altLang="en-US" sz="12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99" name="矩形 298">
                <a:extLst>
                  <a:ext uri="{FF2B5EF4-FFF2-40B4-BE49-F238E27FC236}">
                    <a16:creationId xmlns:a16="http://schemas.microsoft.com/office/drawing/2014/main" id="{7E73915B-E8D3-9513-DF96-AA2DFF183C36}"/>
                  </a:ext>
                </a:extLst>
              </p:cNvPr>
              <p:cNvSpPr/>
              <p:nvPr/>
            </p:nvSpPr>
            <p:spPr>
              <a:xfrm>
                <a:off x="5370076" y="2131009"/>
                <a:ext cx="658093" cy="1534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Tool calling</a:t>
                </a:r>
                <a:endParaRPr kumimoji="1" lang="zh-CN" altLang="en-US" sz="12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0" name="矩形 299">
                <a:extLst>
                  <a:ext uri="{FF2B5EF4-FFF2-40B4-BE49-F238E27FC236}">
                    <a16:creationId xmlns:a16="http://schemas.microsoft.com/office/drawing/2014/main" id="{AB9E65EB-43F0-8929-1530-A85848E6365A}"/>
                  </a:ext>
                </a:extLst>
              </p:cNvPr>
              <p:cNvSpPr/>
              <p:nvPr/>
            </p:nvSpPr>
            <p:spPr>
              <a:xfrm>
                <a:off x="6069171" y="2131009"/>
                <a:ext cx="937666" cy="1534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Data transmission</a:t>
                </a:r>
                <a:endParaRPr kumimoji="1" lang="zh-CN" altLang="en-US" sz="12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1" name="空心弧 300">
                <a:extLst>
                  <a:ext uri="{FF2B5EF4-FFF2-40B4-BE49-F238E27FC236}">
                    <a16:creationId xmlns:a16="http://schemas.microsoft.com/office/drawing/2014/main" id="{5D054D4A-B388-F794-28D4-51A12A12D215}"/>
                  </a:ext>
                </a:extLst>
              </p:cNvPr>
              <p:cNvSpPr/>
              <p:nvPr/>
            </p:nvSpPr>
            <p:spPr>
              <a:xfrm>
                <a:off x="5623628" y="2331515"/>
                <a:ext cx="322397" cy="153450"/>
              </a:xfrm>
              <a:prstGeom prst="blockArc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302" name="直线箭头连接符 301">
                <a:extLst>
                  <a:ext uri="{FF2B5EF4-FFF2-40B4-BE49-F238E27FC236}">
                    <a16:creationId xmlns:a16="http://schemas.microsoft.com/office/drawing/2014/main" id="{0E92ED01-655C-26BA-919C-F35BF907E0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22338" y="2417916"/>
                <a:ext cx="0" cy="3170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60" name="图片 359">
              <a:extLst>
                <a:ext uri="{FF2B5EF4-FFF2-40B4-BE49-F238E27FC236}">
                  <a16:creationId xmlns:a16="http://schemas.microsoft.com/office/drawing/2014/main" id="{34105A5A-5268-D7A0-82D2-B63D5E89D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276205" y="2559275"/>
              <a:ext cx="440897" cy="474503"/>
            </a:xfrm>
            <a:prstGeom prst="rect">
              <a:avLst/>
            </a:prstGeom>
          </p:spPr>
        </p:pic>
        <p:sp>
          <p:nvSpPr>
            <p:cNvPr id="365" name="上下箭头 364">
              <a:extLst>
                <a:ext uri="{FF2B5EF4-FFF2-40B4-BE49-F238E27FC236}">
                  <a16:creationId xmlns:a16="http://schemas.microsoft.com/office/drawing/2014/main" id="{F482D386-DA42-9CB7-C0AB-59C1CB1561B4}"/>
                </a:ext>
              </a:extLst>
            </p:cNvPr>
            <p:cNvSpPr/>
            <p:nvPr/>
          </p:nvSpPr>
          <p:spPr>
            <a:xfrm rot="5400000">
              <a:off x="723047" y="2651520"/>
              <a:ext cx="168559" cy="288353"/>
            </a:xfrm>
            <a:prstGeom prst="upDownArrow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9403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0FDD7-6A03-8578-272E-B1F605E65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0" name="图形 5129">
            <a:extLst>
              <a:ext uri="{FF2B5EF4-FFF2-40B4-BE49-F238E27FC236}">
                <a16:creationId xmlns:a16="http://schemas.microsoft.com/office/drawing/2014/main" id="{0BF11C6E-DB96-8481-931C-8C5C515EA2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2489" y="5237418"/>
            <a:ext cx="560171" cy="576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C79D008-1978-5510-6381-2AD708232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097" y="376818"/>
            <a:ext cx="10515600" cy="848908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4115630-AD8D-224D-E4BA-A7BAE54C3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0CBA-2EFE-6B43-904B-8F092F4680CE}" type="slidenum">
              <a:rPr kumimoji="1" lang="zh-CN" altLang="en-US" smtClean="0"/>
              <a:t>4</a:t>
            </a:fld>
            <a:endParaRPr kumimoji="1" lang="zh-CN" altLang="en-US" dirty="0"/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591B8A9B-D734-6F20-D402-AE4323F02D76}"/>
              </a:ext>
            </a:extLst>
          </p:cNvPr>
          <p:cNvSpPr txBox="1"/>
          <p:nvPr/>
        </p:nvSpPr>
        <p:spPr>
          <a:xfrm>
            <a:off x="639817" y="1419213"/>
            <a:ext cx="10912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Agents handling </a:t>
            </a:r>
            <a:r>
              <a:rPr lang="en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general-purpose</a:t>
            </a:r>
            <a:r>
              <a:rPr lang="en" altLang="zh-CN" sz="2000" dirty="0">
                <a:solidFill>
                  <a:srgbClr val="0D1239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, </a:t>
            </a:r>
            <a:r>
              <a:rPr lang="en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data-intensive </a:t>
            </a:r>
            <a:r>
              <a:rPr lang="en" altLang="zh-CN" sz="2000" dirty="0"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tasks can be highly problematic.</a:t>
            </a: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 </a:t>
            </a:r>
          </a:p>
        </p:txBody>
      </p:sp>
      <p:sp>
        <p:nvSpPr>
          <p:cNvPr id="250" name="文本框 249">
            <a:extLst>
              <a:ext uri="{FF2B5EF4-FFF2-40B4-BE49-F238E27FC236}">
                <a16:creationId xmlns:a16="http://schemas.microsoft.com/office/drawing/2014/main" id="{032BA83E-5B17-CBD4-7CD7-7CCC976CEFC5}"/>
              </a:ext>
            </a:extLst>
          </p:cNvPr>
          <p:cNvSpPr txBox="1"/>
          <p:nvPr/>
        </p:nvSpPr>
        <p:spPr>
          <a:xfrm>
            <a:off x="6618299" y="1990005"/>
            <a:ext cx="3650703" cy="456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Coarse-Grained Tooling</a:t>
            </a:r>
            <a:endParaRPr lang="en-US" altLang="zh-CN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Wingdings" pitchFamily="2" charset="2"/>
            </a:endParaRPr>
          </a:p>
        </p:txBody>
      </p:sp>
      <p:sp>
        <p:nvSpPr>
          <p:cNvPr id="110" name="圆角矩形 109">
            <a:extLst>
              <a:ext uri="{FF2B5EF4-FFF2-40B4-BE49-F238E27FC236}">
                <a16:creationId xmlns:a16="http://schemas.microsoft.com/office/drawing/2014/main" id="{636B0D90-A769-DB17-F69B-8C24D01A87FF}"/>
              </a:ext>
            </a:extLst>
          </p:cNvPr>
          <p:cNvSpPr/>
          <p:nvPr/>
        </p:nvSpPr>
        <p:spPr>
          <a:xfrm>
            <a:off x="6881539" y="3896780"/>
            <a:ext cx="1862072" cy="1157376"/>
          </a:xfrm>
          <a:prstGeom prst="roundRect">
            <a:avLst>
              <a:gd name="adj" fmla="val 3693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04BEE545-CB3B-2D8B-8FE8-FFF785E2BE0B}"/>
              </a:ext>
            </a:extLst>
          </p:cNvPr>
          <p:cNvSpPr txBox="1"/>
          <p:nvPr/>
        </p:nvSpPr>
        <p:spPr>
          <a:xfrm>
            <a:off x="6881539" y="3924917"/>
            <a:ext cx="1978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dirty="0">
                <a:latin typeface="Calibri" panose="020F0502020204030204" pitchFamily="34" charset="0"/>
                <a:cs typeface="Calibri" panose="020F0502020204030204" pitchFamily="34" charset="0"/>
              </a:rPr>
              <a:t>MCP Server for DB</a:t>
            </a:r>
            <a:endParaRPr lang="en-US" altLang="zh-CN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  <a:sym typeface="Wingdings" pitchFamily="2" charset="2"/>
            </a:endParaRPr>
          </a:p>
        </p:txBody>
      </p:sp>
      <p:grpSp>
        <p:nvGrpSpPr>
          <p:cNvPr id="228" name="组合 227">
            <a:extLst>
              <a:ext uri="{FF2B5EF4-FFF2-40B4-BE49-F238E27FC236}">
                <a16:creationId xmlns:a16="http://schemas.microsoft.com/office/drawing/2014/main" id="{FCE2F836-7C41-53D5-6B70-53CD75086ECF}"/>
              </a:ext>
            </a:extLst>
          </p:cNvPr>
          <p:cNvGrpSpPr/>
          <p:nvPr/>
        </p:nvGrpSpPr>
        <p:grpSpPr>
          <a:xfrm>
            <a:off x="7010752" y="4320066"/>
            <a:ext cx="1660398" cy="699368"/>
            <a:chOff x="7945789" y="4235914"/>
            <a:chExt cx="1660398" cy="699368"/>
          </a:xfrm>
        </p:grpSpPr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B246AD11-64FA-1E07-0F8D-7A8DBA79F50C}"/>
                </a:ext>
              </a:extLst>
            </p:cNvPr>
            <p:cNvSpPr txBox="1"/>
            <p:nvPr/>
          </p:nvSpPr>
          <p:spPr>
            <a:xfrm>
              <a:off x="8207345" y="4235914"/>
              <a:ext cx="13988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" altLang="zh-CN" dirty="0" err="1">
                  <a:latin typeface="Calibri" panose="020F0502020204030204" pitchFamily="34" charset="0"/>
                  <a:cs typeface="Calibri" panose="020F0502020204030204" pitchFamily="34" charset="0"/>
                </a:rPr>
                <a:t>get_schema</a:t>
              </a:r>
              <a:r>
                <a:rPr lang="en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()</a:t>
              </a:r>
              <a:endParaRPr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  <a:sym typeface="Wingdings" pitchFamily="2" charset="2"/>
              </a:endParaRPr>
            </a:p>
          </p:txBody>
        </p: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16EDDAC3-F6C8-7FD2-5BF5-2908BE76BB53}"/>
                </a:ext>
              </a:extLst>
            </p:cNvPr>
            <p:cNvSpPr txBox="1"/>
            <p:nvPr/>
          </p:nvSpPr>
          <p:spPr>
            <a:xfrm>
              <a:off x="8193064" y="4565950"/>
              <a:ext cx="13988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" altLang="zh-CN" dirty="0" err="1">
                  <a:latin typeface="Calibri" panose="020F0502020204030204" pitchFamily="34" charset="0"/>
                  <a:cs typeface="Calibri" panose="020F0502020204030204" pitchFamily="34" charset="0"/>
                </a:rPr>
                <a:t>execute_sql</a:t>
              </a:r>
              <a:r>
                <a:rPr lang="en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()</a:t>
              </a:r>
              <a:endParaRPr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  <a:sym typeface="Wingdings" pitchFamily="2" charset="2"/>
              </a:endParaRPr>
            </a:p>
          </p:txBody>
        </p:sp>
        <p:pic>
          <p:nvPicPr>
            <p:cNvPr id="130" name="Picture 2">
              <a:extLst>
                <a:ext uri="{FF2B5EF4-FFF2-40B4-BE49-F238E27FC236}">
                  <a16:creationId xmlns:a16="http://schemas.microsoft.com/office/drawing/2014/main" id="{82B821C9-2BA1-3FF4-8E68-C6258422EF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5789" y="4331129"/>
              <a:ext cx="210146" cy="2101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4" name="Picture 2">
              <a:extLst>
                <a:ext uri="{FF2B5EF4-FFF2-40B4-BE49-F238E27FC236}">
                  <a16:creationId xmlns:a16="http://schemas.microsoft.com/office/drawing/2014/main" id="{5DB0005D-0BF0-CA6B-4B31-2C3D1B03FF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2918" y="4647009"/>
              <a:ext cx="210146" cy="2085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4" name="圆角矩形 163">
            <a:extLst>
              <a:ext uri="{FF2B5EF4-FFF2-40B4-BE49-F238E27FC236}">
                <a16:creationId xmlns:a16="http://schemas.microsoft.com/office/drawing/2014/main" id="{3ED6877A-6C8B-271D-C329-D0C7966C641C}"/>
              </a:ext>
            </a:extLst>
          </p:cNvPr>
          <p:cNvSpPr/>
          <p:nvPr/>
        </p:nvSpPr>
        <p:spPr>
          <a:xfrm>
            <a:off x="6991915" y="2940849"/>
            <a:ext cx="1524651" cy="602823"/>
          </a:xfrm>
          <a:prstGeom prst="roundRect">
            <a:avLst>
              <a:gd name="adj" fmla="val 3693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LLM Agent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(MCP Client)</a:t>
            </a:r>
            <a:endParaRPr kumimoji="1"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4" name="上下箭头 223">
            <a:extLst>
              <a:ext uri="{FF2B5EF4-FFF2-40B4-BE49-F238E27FC236}">
                <a16:creationId xmlns:a16="http://schemas.microsoft.com/office/drawing/2014/main" id="{A4ADD0AB-BB02-1925-81CA-08D0CEAF3100}"/>
              </a:ext>
            </a:extLst>
          </p:cNvPr>
          <p:cNvSpPr/>
          <p:nvPr/>
        </p:nvSpPr>
        <p:spPr>
          <a:xfrm>
            <a:off x="7696010" y="5066581"/>
            <a:ext cx="153889" cy="344997"/>
          </a:xfrm>
          <a:prstGeom prst="upDown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9" name="上下箭头 228">
            <a:extLst>
              <a:ext uri="{FF2B5EF4-FFF2-40B4-BE49-F238E27FC236}">
                <a16:creationId xmlns:a16="http://schemas.microsoft.com/office/drawing/2014/main" id="{BB9AF67A-8776-8C32-035A-A279BC241A16}"/>
              </a:ext>
            </a:extLst>
          </p:cNvPr>
          <p:cNvSpPr/>
          <p:nvPr/>
        </p:nvSpPr>
        <p:spPr>
          <a:xfrm>
            <a:off x="7709515" y="3552227"/>
            <a:ext cx="153889" cy="344997"/>
          </a:xfrm>
          <a:prstGeom prst="upDown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51" name="组合 250">
            <a:extLst>
              <a:ext uri="{FF2B5EF4-FFF2-40B4-BE49-F238E27FC236}">
                <a16:creationId xmlns:a16="http://schemas.microsoft.com/office/drawing/2014/main" id="{CCF7FE83-E5AA-6255-AD18-84F82DFB320B}"/>
              </a:ext>
            </a:extLst>
          </p:cNvPr>
          <p:cNvGrpSpPr/>
          <p:nvPr/>
        </p:nvGrpSpPr>
        <p:grpSpPr>
          <a:xfrm>
            <a:off x="8466378" y="2743697"/>
            <a:ext cx="3846415" cy="881648"/>
            <a:chOff x="8443650" y="2811513"/>
            <a:chExt cx="3846415" cy="881648"/>
          </a:xfrm>
        </p:grpSpPr>
        <p:sp>
          <p:nvSpPr>
            <p:cNvPr id="241" name="圆角矩形 240">
              <a:extLst>
                <a:ext uri="{FF2B5EF4-FFF2-40B4-BE49-F238E27FC236}">
                  <a16:creationId xmlns:a16="http://schemas.microsoft.com/office/drawing/2014/main" id="{9B45A1DA-8636-024A-3DC1-C33343C01C41}"/>
                </a:ext>
              </a:extLst>
            </p:cNvPr>
            <p:cNvSpPr/>
            <p:nvPr/>
          </p:nvSpPr>
          <p:spPr>
            <a:xfrm>
              <a:off x="8999615" y="2811513"/>
              <a:ext cx="2753884" cy="88164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236" name="组合 235">
              <a:extLst>
                <a:ext uri="{FF2B5EF4-FFF2-40B4-BE49-F238E27FC236}">
                  <a16:creationId xmlns:a16="http://schemas.microsoft.com/office/drawing/2014/main" id="{0090CE12-708A-1D19-6C7F-39EBC64CF432}"/>
                </a:ext>
              </a:extLst>
            </p:cNvPr>
            <p:cNvGrpSpPr/>
            <p:nvPr/>
          </p:nvGrpSpPr>
          <p:grpSpPr>
            <a:xfrm>
              <a:off x="9270667" y="3273780"/>
              <a:ext cx="3019398" cy="369332"/>
              <a:chOff x="7794022" y="5963156"/>
              <a:chExt cx="3019398" cy="369332"/>
            </a:xfrm>
          </p:grpSpPr>
          <p:pic>
            <p:nvPicPr>
              <p:cNvPr id="231" name="图片 230">
                <a:extLst>
                  <a:ext uri="{FF2B5EF4-FFF2-40B4-BE49-F238E27FC236}">
                    <a16:creationId xmlns:a16="http://schemas.microsoft.com/office/drawing/2014/main" id="{4FF54B78-E9B4-AD9A-8621-9D8C7CA8CC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73979" y="5983432"/>
                <a:ext cx="302892" cy="302892"/>
              </a:xfrm>
              <a:prstGeom prst="rect">
                <a:avLst/>
              </a:prstGeom>
            </p:spPr>
          </p:pic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A4D60E3F-FF07-6D0C-5182-9DBFA6E671D7}"/>
                  </a:ext>
                </a:extLst>
              </p:cNvPr>
              <p:cNvSpPr txBox="1"/>
              <p:nvPr/>
            </p:nvSpPr>
            <p:spPr>
              <a:xfrm>
                <a:off x="7794022" y="5963156"/>
                <a:ext cx="30193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" altLang="zh-CN" dirty="0">
                    <a:solidFill>
                      <a:srgbClr val="C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  <a:sym typeface="Wingdings" pitchFamily="2" charset="2"/>
                  </a:rPr>
                  <a:t>Security Risk</a:t>
                </a:r>
              </a:p>
            </p:txBody>
          </p:sp>
        </p:grpSp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DE0DEE6D-1935-657F-C144-6A23B3570D32}"/>
                </a:ext>
              </a:extLst>
            </p:cNvPr>
            <p:cNvSpPr txBox="1"/>
            <p:nvPr/>
          </p:nvSpPr>
          <p:spPr>
            <a:xfrm>
              <a:off x="8443650" y="2849145"/>
              <a:ext cx="38231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&gt; </a:t>
              </a:r>
              <a:r>
                <a:rPr lang="en" altLang="zh-CN" dirty="0" err="1">
                  <a:latin typeface="Calibri" panose="020F0502020204030204" pitchFamily="34" charset="0"/>
                  <a:cs typeface="Calibri" panose="020F0502020204030204" pitchFamily="34" charset="0"/>
                </a:rPr>
                <a:t>execute_sql</a:t>
              </a:r>
              <a:r>
                <a:rPr lang="en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(</a:t>
              </a:r>
              <a:r>
                <a:rPr lang="zh-CN" alt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“</a:t>
              </a:r>
              <a:r>
                <a:rPr lang="en" altLang="zh-CN" b="1" dirty="0">
                  <a:solidFill>
                    <a:schemeClr val="accent6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DROP </a:t>
              </a:r>
              <a:r>
                <a:rPr lang="en-US" altLang="zh-CN" b="1" dirty="0">
                  <a:solidFill>
                    <a:schemeClr val="accent6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DB</a:t>
              </a:r>
              <a:r>
                <a:rPr lang="zh-CN" alt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”</a:t>
              </a:r>
              <a:r>
                <a:rPr lang="en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)</a:t>
              </a:r>
              <a:endParaRPr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  <a:sym typeface="Wingdings" pitchFamily="2" charset="2"/>
              </a:endParaRPr>
            </a:p>
          </p:txBody>
        </p:sp>
      </p:grpSp>
      <p:grpSp>
        <p:nvGrpSpPr>
          <p:cNvPr id="5129" name="组合 5128">
            <a:extLst>
              <a:ext uri="{FF2B5EF4-FFF2-40B4-BE49-F238E27FC236}">
                <a16:creationId xmlns:a16="http://schemas.microsoft.com/office/drawing/2014/main" id="{695935B1-7616-996E-E24D-BF8D418070E4}"/>
              </a:ext>
            </a:extLst>
          </p:cNvPr>
          <p:cNvGrpSpPr/>
          <p:nvPr/>
        </p:nvGrpSpPr>
        <p:grpSpPr>
          <a:xfrm>
            <a:off x="8989457" y="3942065"/>
            <a:ext cx="3053486" cy="1881267"/>
            <a:chOff x="9012644" y="4030421"/>
            <a:chExt cx="3053486" cy="1881267"/>
          </a:xfrm>
        </p:grpSpPr>
        <p:sp>
          <p:nvSpPr>
            <p:cNvPr id="255" name="圆角矩形 254">
              <a:extLst>
                <a:ext uri="{FF2B5EF4-FFF2-40B4-BE49-F238E27FC236}">
                  <a16:creationId xmlns:a16="http://schemas.microsoft.com/office/drawing/2014/main" id="{95317B91-470E-FCF8-DA16-75ADE3C17F33}"/>
                </a:ext>
              </a:extLst>
            </p:cNvPr>
            <p:cNvSpPr/>
            <p:nvPr/>
          </p:nvSpPr>
          <p:spPr>
            <a:xfrm>
              <a:off x="9012644" y="4030421"/>
              <a:ext cx="2753884" cy="188126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121" name="文本框 5120">
              <a:extLst>
                <a:ext uri="{FF2B5EF4-FFF2-40B4-BE49-F238E27FC236}">
                  <a16:creationId xmlns:a16="http://schemas.microsoft.com/office/drawing/2014/main" id="{751075B2-8477-5A13-076F-A6FC2B9C6728}"/>
                </a:ext>
              </a:extLst>
            </p:cNvPr>
            <p:cNvSpPr txBox="1"/>
            <p:nvPr/>
          </p:nvSpPr>
          <p:spPr>
            <a:xfrm>
              <a:off x="9100356" y="4120542"/>
              <a:ext cx="2587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&gt; </a:t>
              </a:r>
              <a:r>
                <a:rPr lang="en" altLang="zh-CN" dirty="0" err="1">
                  <a:latin typeface="Calibri" panose="020F0502020204030204" pitchFamily="34" charset="0"/>
                  <a:cs typeface="Calibri" panose="020F0502020204030204" pitchFamily="34" charset="0"/>
                </a:rPr>
                <a:t>execute_sql</a:t>
              </a:r>
              <a:r>
                <a:rPr lang="en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(</a:t>
              </a:r>
              <a:r>
                <a:rPr lang="zh-CN" alt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“</a:t>
              </a:r>
              <a:r>
                <a:rPr lang="en-US" altLang="zh-CN" b="1" dirty="0">
                  <a:solidFill>
                    <a:schemeClr val="accent6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SELECT</a:t>
              </a:r>
              <a:r>
                <a:rPr lang="zh-CN" alt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”</a:t>
              </a:r>
              <a:r>
                <a:rPr lang="en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)</a:t>
              </a:r>
              <a:endParaRPr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  <a:sym typeface="Wingdings" pitchFamily="2" charset="2"/>
              </a:endParaRPr>
            </a:p>
          </p:txBody>
        </p:sp>
        <p:grpSp>
          <p:nvGrpSpPr>
            <p:cNvPr id="237" name="组合 236">
              <a:extLst>
                <a:ext uri="{FF2B5EF4-FFF2-40B4-BE49-F238E27FC236}">
                  <a16:creationId xmlns:a16="http://schemas.microsoft.com/office/drawing/2014/main" id="{EA406218-14AD-9039-8F42-FF2F4AA8D4BB}"/>
                </a:ext>
              </a:extLst>
            </p:cNvPr>
            <p:cNvGrpSpPr/>
            <p:nvPr/>
          </p:nvGrpSpPr>
          <p:grpSpPr>
            <a:xfrm>
              <a:off x="9046732" y="5474451"/>
              <a:ext cx="3019398" cy="369332"/>
              <a:chOff x="7794022" y="5963156"/>
              <a:chExt cx="3019398" cy="369332"/>
            </a:xfrm>
          </p:grpSpPr>
          <p:sp>
            <p:nvSpPr>
              <p:cNvPr id="239" name="文本框 238">
                <a:extLst>
                  <a:ext uri="{FF2B5EF4-FFF2-40B4-BE49-F238E27FC236}">
                    <a16:creationId xmlns:a16="http://schemas.microsoft.com/office/drawing/2014/main" id="{0FD9A49A-3B66-8E25-B448-2CFA8E37D0BF}"/>
                  </a:ext>
                </a:extLst>
              </p:cNvPr>
              <p:cNvSpPr txBox="1"/>
              <p:nvPr/>
            </p:nvSpPr>
            <p:spPr>
              <a:xfrm>
                <a:off x="7794022" y="5963156"/>
                <a:ext cx="30193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" altLang="zh-CN" dirty="0">
                    <a:solidFill>
                      <a:srgbClr val="C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  <a:sym typeface="Wingdings" pitchFamily="2" charset="2"/>
                  </a:rPr>
                  <a:t>Tool Selection Error</a:t>
                </a:r>
              </a:p>
            </p:txBody>
          </p:sp>
          <p:pic>
            <p:nvPicPr>
              <p:cNvPr id="238" name="图片 237">
                <a:extLst>
                  <a:ext uri="{FF2B5EF4-FFF2-40B4-BE49-F238E27FC236}">
                    <a16:creationId xmlns:a16="http://schemas.microsoft.com/office/drawing/2014/main" id="{3A8A8F3F-FAC8-31C5-0C88-EC84E72E93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73979" y="5983432"/>
                <a:ext cx="302892" cy="302892"/>
              </a:xfrm>
              <a:prstGeom prst="rect">
                <a:avLst/>
              </a:prstGeom>
            </p:spPr>
          </p:pic>
        </p:grpSp>
        <p:sp>
          <p:nvSpPr>
            <p:cNvPr id="5126" name="文本框 5125">
              <a:extLst>
                <a:ext uri="{FF2B5EF4-FFF2-40B4-BE49-F238E27FC236}">
                  <a16:creationId xmlns:a16="http://schemas.microsoft.com/office/drawing/2014/main" id="{28963892-70A2-F1AA-FBAA-B61525635209}"/>
                </a:ext>
              </a:extLst>
            </p:cNvPr>
            <p:cNvSpPr txBox="1"/>
            <p:nvPr/>
          </p:nvSpPr>
          <p:spPr>
            <a:xfrm>
              <a:off x="9110055" y="4445336"/>
              <a:ext cx="2587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&gt; </a:t>
              </a:r>
              <a:r>
                <a:rPr lang="en" altLang="zh-CN" dirty="0" err="1">
                  <a:latin typeface="Calibri" panose="020F0502020204030204" pitchFamily="34" charset="0"/>
                  <a:cs typeface="Calibri" panose="020F0502020204030204" pitchFamily="34" charset="0"/>
                </a:rPr>
                <a:t>execute_sql</a:t>
              </a:r>
              <a:r>
                <a:rPr lang="en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(</a:t>
              </a:r>
              <a:r>
                <a:rPr lang="zh-CN" alt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“</a:t>
              </a:r>
              <a:r>
                <a:rPr lang="en-US" altLang="zh-CN" b="1" dirty="0">
                  <a:solidFill>
                    <a:schemeClr val="accent6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BEGIN</a:t>
              </a:r>
              <a:r>
                <a:rPr lang="zh-CN" alt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”</a:t>
              </a:r>
              <a:r>
                <a:rPr lang="en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)</a:t>
              </a:r>
              <a:endParaRPr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  <a:sym typeface="Wingdings" pitchFamily="2" charset="2"/>
              </a:endParaRPr>
            </a:p>
          </p:txBody>
        </p:sp>
        <p:sp>
          <p:nvSpPr>
            <p:cNvPr id="5127" name="文本框 5126">
              <a:extLst>
                <a:ext uri="{FF2B5EF4-FFF2-40B4-BE49-F238E27FC236}">
                  <a16:creationId xmlns:a16="http://schemas.microsoft.com/office/drawing/2014/main" id="{D1FC9AEF-0613-3B99-D104-E6DB98DDFA40}"/>
                </a:ext>
              </a:extLst>
            </p:cNvPr>
            <p:cNvSpPr txBox="1"/>
            <p:nvPr/>
          </p:nvSpPr>
          <p:spPr>
            <a:xfrm>
              <a:off x="9110055" y="4770130"/>
              <a:ext cx="2587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&gt; </a:t>
              </a:r>
              <a:r>
                <a:rPr lang="en" altLang="zh-CN" dirty="0" err="1">
                  <a:latin typeface="Calibri" panose="020F0502020204030204" pitchFamily="34" charset="0"/>
                  <a:cs typeface="Calibri" panose="020F0502020204030204" pitchFamily="34" charset="0"/>
                </a:rPr>
                <a:t>execute_sql</a:t>
              </a:r>
              <a:r>
                <a:rPr lang="en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(</a:t>
              </a:r>
              <a:r>
                <a:rPr lang="zh-CN" alt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“</a:t>
              </a:r>
              <a:r>
                <a:rPr lang="en-US" altLang="zh-CN" b="1" dirty="0">
                  <a:solidFill>
                    <a:schemeClr val="accent6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UPDATE</a:t>
              </a:r>
              <a:r>
                <a:rPr lang="zh-CN" alt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”</a:t>
              </a:r>
              <a:r>
                <a:rPr lang="en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)</a:t>
              </a:r>
              <a:endParaRPr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  <a:sym typeface="Wingdings" pitchFamily="2" charset="2"/>
              </a:endParaRPr>
            </a:p>
          </p:txBody>
        </p:sp>
        <p:sp>
          <p:nvSpPr>
            <p:cNvPr id="5128" name="文本框 5127">
              <a:extLst>
                <a:ext uri="{FF2B5EF4-FFF2-40B4-BE49-F238E27FC236}">
                  <a16:creationId xmlns:a16="http://schemas.microsoft.com/office/drawing/2014/main" id="{F275C174-215E-519B-1036-EB7B2AB739F5}"/>
                </a:ext>
              </a:extLst>
            </p:cNvPr>
            <p:cNvSpPr txBox="1"/>
            <p:nvPr/>
          </p:nvSpPr>
          <p:spPr>
            <a:xfrm>
              <a:off x="9110055" y="5094925"/>
              <a:ext cx="2587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&gt; </a:t>
              </a:r>
              <a:r>
                <a:rPr lang="en" altLang="zh-CN" dirty="0" err="1">
                  <a:latin typeface="Calibri" panose="020F0502020204030204" pitchFamily="34" charset="0"/>
                  <a:cs typeface="Calibri" panose="020F0502020204030204" pitchFamily="34" charset="0"/>
                </a:rPr>
                <a:t>execute_sql</a:t>
              </a:r>
              <a:r>
                <a:rPr lang="en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(</a:t>
              </a:r>
              <a:r>
                <a:rPr lang="zh-CN" alt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“</a:t>
              </a:r>
              <a:r>
                <a:rPr lang="en-US" altLang="zh-CN" b="1" dirty="0">
                  <a:solidFill>
                    <a:schemeClr val="accent6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…</a:t>
              </a:r>
              <a:r>
                <a:rPr lang="zh-CN" alt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”</a:t>
              </a:r>
              <a:r>
                <a:rPr lang="en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)</a:t>
              </a:r>
              <a:endParaRPr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  <a:sym typeface="Wingdings" pitchFamily="2" charset="2"/>
              </a:endParaRPr>
            </a:p>
          </p:txBody>
        </p:sp>
      </p:grpSp>
      <p:grpSp>
        <p:nvGrpSpPr>
          <p:cNvPr id="5237" name="组合 5236">
            <a:extLst>
              <a:ext uri="{FF2B5EF4-FFF2-40B4-BE49-F238E27FC236}">
                <a16:creationId xmlns:a16="http://schemas.microsoft.com/office/drawing/2014/main" id="{E5745BDE-B279-ECBB-C262-168996A1895B}"/>
              </a:ext>
            </a:extLst>
          </p:cNvPr>
          <p:cNvGrpSpPr/>
          <p:nvPr/>
        </p:nvGrpSpPr>
        <p:grpSpPr>
          <a:xfrm>
            <a:off x="41840" y="2076022"/>
            <a:ext cx="6678367" cy="4041337"/>
            <a:chOff x="-71050" y="2076022"/>
            <a:chExt cx="6678367" cy="4041337"/>
          </a:xfrm>
        </p:grpSpPr>
        <p:grpSp>
          <p:nvGrpSpPr>
            <p:cNvPr id="5238" name="组合 5237">
              <a:extLst>
                <a:ext uri="{FF2B5EF4-FFF2-40B4-BE49-F238E27FC236}">
                  <a16:creationId xmlns:a16="http://schemas.microsoft.com/office/drawing/2014/main" id="{145DB504-34E7-2689-F997-51648DE00157}"/>
                </a:ext>
              </a:extLst>
            </p:cNvPr>
            <p:cNvGrpSpPr/>
            <p:nvPr/>
          </p:nvGrpSpPr>
          <p:grpSpPr>
            <a:xfrm>
              <a:off x="-71050" y="2076022"/>
              <a:ext cx="6678367" cy="4041337"/>
              <a:chOff x="2853334" y="1787476"/>
              <a:chExt cx="4374904" cy="2374760"/>
            </a:xfrm>
          </p:grpSpPr>
          <p:sp>
            <p:nvSpPr>
              <p:cNvPr id="5241" name="圆角矩形 5240">
                <a:extLst>
                  <a:ext uri="{FF2B5EF4-FFF2-40B4-BE49-F238E27FC236}">
                    <a16:creationId xmlns:a16="http://schemas.microsoft.com/office/drawing/2014/main" id="{09329130-C1F6-4A60-C7A0-A9BCBB618265}"/>
                  </a:ext>
                </a:extLst>
              </p:cNvPr>
              <p:cNvSpPr/>
              <p:nvPr/>
            </p:nvSpPr>
            <p:spPr>
              <a:xfrm>
                <a:off x="4392775" y="2325740"/>
                <a:ext cx="805367" cy="497043"/>
              </a:xfrm>
              <a:prstGeom prst="roundRect">
                <a:avLst/>
              </a:prstGeom>
              <a:solidFill>
                <a:srgbClr val="FFEE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42" name="圆角矩形 5241">
                <a:extLst>
                  <a:ext uri="{FF2B5EF4-FFF2-40B4-BE49-F238E27FC236}">
                    <a16:creationId xmlns:a16="http://schemas.microsoft.com/office/drawing/2014/main" id="{E79ED9E1-F36E-E834-32F5-528512C72535}"/>
                  </a:ext>
                </a:extLst>
              </p:cNvPr>
              <p:cNvSpPr/>
              <p:nvPr/>
            </p:nvSpPr>
            <p:spPr>
              <a:xfrm>
                <a:off x="5281799" y="2325739"/>
                <a:ext cx="529354" cy="497043"/>
              </a:xfrm>
              <a:prstGeom prst="roundRect">
                <a:avLst/>
              </a:prstGeom>
              <a:solidFill>
                <a:srgbClr val="FFEE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43" name="圆角矩形 5242">
                <a:extLst>
                  <a:ext uri="{FF2B5EF4-FFF2-40B4-BE49-F238E27FC236}">
                    <a16:creationId xmlns:a16="http://schemas.microsoft.com/office/drawing/2014/main" id="{AD058BAB-CC2E-73B6-4DA6-63864804E8E8}"/>
                  </a:ext>
                </a:extLst>
              </p:cNvPr>
              <p:cNvSpPr/>
              <p:nvPr/>
            </p:nvSpPr>
            <p:spPr>
              <a:xfrm>
                <a:off x="3545678" y="2325740"/>
                <a:ext cx="771248" cy="497043"/>
              </a:xfrm>
              <a:prstGeom prst="roundRect">
                <a:avLst/>
              </a:prstGeom>
              <a:solidFill>
                <a:srgbClr val="FFEE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44" name="文本框 5243">
                <a:extLst>
                  <a:ext uri="{FF2B5EF4-FFF2-40B4-BE49-F238E27FC236}">
                    <a16:creationId xmlns:a16="http://schemas.microsoft.com/office/drawing/2014/main" id="{90D184A5-E028-E9E1-5DB0-69B7F291429C}"/>
                  </a:ext>
                </a:extLst>
              </p:cNvPr>
              <p:cNvSpPr txBox="1"/>
              <p:nvPr/>
            </p:nvSpPr>
            <p:spPr>
              <a:xfrm>
                <a:off x="4560557" y="2459317"/>
                <a:ext cx="781049" cy="27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Query data (</a:t>
                </a:r>
                <a:r>
                  <a:rPr lang="en-US" altLang="zh-CN" sz="12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MB/GB</a:t>
                </a:r>
                <a:r>
                  <a:rPr lang="en-US" altLang="zh-CN" sz="1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lang="zh-CN" altLang="en-US" sz="12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45" name="文本框 5244">
                <a:extLst>
                  <a:ext uri="{FF2B5EF4-FFF2-40B4-BE49-F238E27FC236}">
                    <a16:creationId xmlns:a16="http://schemas.microsoft.com/office/drawing/2014/main" id="{4AC0A63A-F040-3A8F-9B30-9CACC8522BDC}"/>
                  </a:ext>
                </a:extLst>
              </p:cNvPr>
              <p:cNvSpPr txBox="1"/>
              <p:nvPr/>
            </p:nvSpPr>
            <p:spPr>
              <a:xfrm>
                <a:off x="3784496" y="2457525"/>
                <a:ext cx="608777" cy="27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Simple</a:t>
                </a:r>
              </a:p>
              <a:p>
                <a:pPr algn="ctr"/>
                <a:r>
                  <a:rPr lang="en-US" altLang="zh-CN" sz="1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feedback</a:t>
                </a:r>
                <a:endParaRPr lang="zh-CN" altLang="en-US" sz="12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46" name="圆角矩形 5245">
                <a:extLst>
                  <a:ext uri="{FF2B5EF4-FFF2-40B4-BE49-F238E27FC236}">
                    <a16:creationId xmlns:a16="http://schemas.microsoft.com/office/drawing/2014/main" id="{594EC698-9813-0008-AAC0-30F2ADB2B8B3}"/>
                  </a:ext>
                </a:extLst>
              </p:cNvPr>
              <p:cNvSpPr/>
              <p:nvPr/>
            </p:nvSpPr>
            <p:spPr>
              <a:xfrm>
                <a:off x="6416695" y="2321296"/>
                <a:ext cx="562063" cy="497043"/>
              </a:xfrm>
              <a:prstGeom prst="roundRect">
                <a:avLst/>
              </a:prstGeom>
              <a:solidFill>
                <a:srgbClr val="FFEE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47" name="圆角矩形 5246">
                <a:extLst>
                  <a:ext uri="{FF2B5EF4-FFF2-40B4-BE49-F238E27FC236}">
                    <a16:creationId xmlns:a16="http://schemas.microsoft.com/office/drawing/2014/main" id="{6A43D63F-56B0-DB23-D449-6B60A83A38CD}"/>
                  </a:ext>
                </a:extLst>
              </p:cNvPr>
              <p:cNvSpPr/>
              <p:nvPr/>
            </p:nvSpPr>
            <p:spPr>
              <a:xfrm>
                <a:off x="3476870" y="1956917"/>
                <a:ext cx="3583686" cy="456374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3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          </a:t>
                </a:r>
                <a:endParaRPr kumimoji="1" lang="en-US" altLang="zh-CN" sz="3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5248" name="直线箭头连接符 5247">
                <a:extLst>
                  <a:ext uri="{FF2B5EF4-FFF2-40B4-BE49-F238E27FC236}">
                    <a16:creationId xmlns:a16="http://schemas.microsoft.com/office/drawing/2014/main" id="{08EAD189-FD40-C1E0-E812-1C1A2E7189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34006" y="2420732"/>
                <a:ext cx="0" cy="3170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49" name="直线箭头连接符 5248">
                <a:extLst>
                  <a:ext uri="{FF2B5EF4-FFF2-40B4-BE49-F238E27FC236}">
                    <a16:creationId xmlns:a16="http://schemas.microsoft.com/office/drawing/2014/main" id="{C1396326-A17E-FE17-2495-ABBE0DAFBC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54407" y="2417916"/>
                <a:ext cx="3043" cy="317003"/>
              </a:xfrm>
              <a:prstGeom prst="straightConnector1">
                <a:avLst/>
              </a:prstGeom>
              <a:ln w="25400" cmpd="sng">
                <a:solidFill>
                  <a:schemeClr val="tx1"/>
                </a:solidFill>
                <a:prstDash val="sysDot"/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50" name="直线箭头连接符 5249">
                <a:extLst>
                  <a:ext uri="{FF2B5EF4-FFF2-40B4-BE49-F238E27FC236}">
                    <a16:creationId xmlns:a16="http://schemas.microsoft.com/office/drawing/2014/main" id="{66A4B1EA-1FC7-5E39-0481-BD00A904DC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0506" y="2418140"/>
                <a:ext cx="0" cy="3170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51" name="直线箭头连接符 5250">
                <a:extLst>
                  <a:ext uri="{FF2B5EF4-FFF2-40B4-BE49-F238E27FC236}">
                    <a16:creationId xmlns:a16="http://schemas.microsoft.com/office/drawing/2014/main" id="{8D5971A9-95E3-DA38-5C13-AC84FF53D4F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825380" y="2420732"/>
                <a:ext cx="3043" cy="317003"/>
              </a:xfrm>
              <a:prstGeom prst="straightConnector1">
                <a:avLst/>
              </a:prstGeom>
              <a:ln w="25400" cmpd="sng">
                <a:solidFill>
                  <a:schemeClr val="tx1"/>
                </a:solidFill>
                <a:prstDash val="sysDot"/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52" name="空心弧 5251">
                <a:extLst>
                  <a:ext uri="{FF2B5EF4-FFF2-40B4-BE49-F238E27FC236}">
                    <a16:creationId xmlns:a16="http://schemas.microsoft.com/office/drawing/2014/main" id="{25B8A336-9396-AAD9-66F0-5E3B5FD84969}"/>
                  </a:ext>
                </a:extLst>
              </p:cNvPr>
              <p:cNvSpPr/>
              <p:nvPr/>
            </p:nvSpPr>
            <p:spPr>
              <a:xfrm>
                <a:off x="6336565" y="2338472"/>
                <a:ext cx="371643" cy="153450"/>
              </a:xfrm>
              <a:prstGeom prst="blockArc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53" name="文本框 5252">
                <a:extLst>
                  <a:ext uri="{FF2B5EF4-FFF2-40B4-BE49-F238E27FC236}">
                    <a16:creationId xmlns:a16="http://schemas.microsoft.com/office/drawing/2014/main" id="{679A50F3-EAE7-1F72-4448-01F50A17CF99}"/>
                  </a:ext>
                </a:extLst>
              </p:cNvPr>
              <p:cNvSpPr txBox="1"/>
              <p:nvPr/>
            </p:nvSpPr>
            <p:spPr>
              <a:xfrm>
                <a:off x="5646764" y="2315760"/>
                <a:ext cx="998977" cy="415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4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…</a:t>
                </a:r>
                <a:endParaRPr lang="zh-CN" altLang="en-US" sz="4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254" name="组合 5253">
                <a:extLst>
                  <a:ext uri="{FF2B5EF4-FFF2-40B4-BE49-F238E27FC236}">
                    <a16:creationId xmlns:a16="http://schemas.microsoft.com/office/drawing/2014/main" id="{953D3892-51BD-83A5-EA9C-EE3341D80D52}"/>
                  </a:ext>
                </a:extLst>
              </p:cNvPr>
              <p:cNvGrpSpPr/>
              <p:nvPr/>
            </p:nvGrpSpPr>
            <p:grpSpPr>
              <a:xfrm>
                <a:off x="5065961" y="1787476"/>
                <a:ext cx="527352" cy="337152"/>
                <a:chOff x="7697060" y="1146174"/>
                <a:chExt cx="706418" cy="569047"/>
              </a:xfrm>
              <a:solidFill>
                <a:schemeClr val="bg1"/>
              </a:solidFill>
            </p:grpSpPr>
            <p:sp>
              <p:nvSpPr>
                <p:cNvPr id="5341" name="矩形 5340">
                  <a:extLst>
                    <a:ext uri="{FF2B5EF4-FFF2-40B4-BE49-F238E27FC236}">
                      <a16:creationId xmlns:a16="http://schemas.microsoft.com/office/drawing/2014/main" id="{4136A05E-0031-703E-B0E3-454E9EA37E3E}"/>
                    </a:ext>
                  </a:extLst>
                </p:cNvPr>
                <p:cNvSpPr/>
                <p:nvPr/>
              </p:nvSpPr>
              <p:spPr>
                <a:xfrm>
                  <a:off x="7714204" y="1157398"/>
                  <a:ext cx="689274" cy="55289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3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pic>
              <p:nvPicPr>
                <p:cNvPr id="5342" name="Picture 4" descr="Llm Images – Browse 16,832 Stock Photos, Vectors, and Video | Adobe Stock">
                  <a:extLst>
                    <a:ext uri="{FF2B5EF4-FFF2-40B4-BE49-F238E27FC236}">
                      <a16:creationId xmlns:a16="http://schemas.microsoft.com/office/drawing/2014/main" id="{210469A7-701D-9F1A-EB6A-57961150ACA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97060" y="1146174"/>
                  <a:ext cx="683951" cy="569047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5255" name="文本框 5254">
                <a:extLst>
                  <a:ext uri="{FF2B5EF4-FFF2-40B4-BE49-F238E27FC236}">
                    <a16:creationId xmlns:a16="http://schemas.microsoft.com/office/drawing/2014/main" id="{2A006A1D-2339-4F20-411E-AE591CA73BB4}"/>
                  </a:ext>
                </a:extLst>
              </p:cNvPr>
              <p:cNvSpPr txBox="1"/>
              <p:nvPr/>
            </p:nvSpPr>
            <p:spPr>
              <a:xfrm>
                <a:off x="2853334" y="2466620"/>
                <a:ext cx="998977" cy="180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Steps</a:t>
                </a:r>
                <a:endParaRPr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56" name="圆角矩形 5255">
                <a:extLst>
                  <a:ext uri="{FF2B5EF4-FFF2-40B4-BE49-F238E27FC236}">
                    <a16:creationId xmlns:a16="http://schemas.microsoft.com/office/drawing/2014/main" id="{0B4C4ED8-EDC5-01E4-A610-96FC7FB84FE4}"/>
                  </a:ext>
                </a:extLst>
              </p:cNvPr>
              <p:cNvSpPr/>
              <p:nvPr/>
            </p:nvSpPr>
            <p:spPr>
              <a:xfrm>
                <a:off x="3501245" y="2978215"/>
                <a:ext cx="2524085" cy="819025"/>
              </a:xfrm>
              <a:prstGeom prst="roundRect">
                <a:avLst>
                  <a:gd name="adj" fmla="val 11610"/>
                </a:avLst>
              </a:prstGeom>
              <a:noFill/>
              <a:ln w="190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3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          </a:t>
                </a:r>
                <a:endParaRPr kumimoji="1" lang="en-US" altLang="zh-CN" sz="3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57" name="圆角矩形 5256">
                <a:extLst>
                  <a:ext uri="{FF2B5EF4-FFF2-40B4-BE49-F238E27FC236}">
                    <a16:creationId xmlns:a16="http://schemas.microsoft.com/office/drawing/2014/main" id="{CD80BF36-8250-647F-36B2-4919A6594A8C}"/>
                  </a:ext>
                </a:extLst>
              </p:cNvPr>
              <p:cNvSpPr/>
              <p:nvPr/>
            </p:nvSpPr>
            <p:spPr>
              <a:xfrm>
                <a:off x="3501246" y="2735137"/>
                <a:ext cx="3562353" cy="208757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Toolkits (MCP servers)</a:t>
                </a:r>
                <a:endParaRPr kumimoji="1" lang="zh-CN" alt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258" name="组合 5257">
                <a:extLst>
                  <a:ext uri="{FF2B5EF4-FFF2-40B4-BE49-F238E27FC236}">
                    <a16:creationId xmlns:a16="http://schemas.microsoft.com/office/drawing/2014/main" id="{2D536D47-F014-7205-2711-9FB02C469CD0}"/>
                  </a:ext>
                </a:extLst>
              </p:cNvPr>
              <p:cNvGrpSpPr/>
              <p:nvPr/>
            </p:nvGrpSpPr>
            <p:grpSpPr>
              <a:xfrm>
                <a:off x="3594807" y="3047763"/>
                <a:ext cx="2430523" cy="690445"/>
                <a:chOff x="5719938" y="7909659"/>
                <a:chExt cx="3044823" cy="878728"/>
              </a:xfrm>
            </p:grpSpPr>
            <p:sp>
              <p:nvSpPr>
                <p:cNvPr id="5295" name="文本框 5294">
                  <a:extLst>
                    <a:ext uri="{FF2B5EF4-FFF2-40B4-BE49-F238E27FC236}">
                      <a16:creationId xmlns:a16="http://schemas.microsoft.com/office/drawing/2014/main" id="{06D122BE-BFFD-43FE-3E21-F1D7D48AEB65}"/>
                    </a:ext>
                  </a:extLst>
                </p:cNvPr>
                <p:cNvSpPr txBox="1"/>
                <p:nvPr/>
              </p:nvSpPr>
              <p:spPr>
                <a:xfrm>
                  <a:off x="6633870" y="8172876"/>
                  <a:ext cx="998977" cy="39162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8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x</a:t>
                  </a:r>
                  <a:endParaRPr lang="zh-CN" altLang="en-US" sz="2800" b="1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296" name="组合 5295">
                  <a:extLst>
                    <a:ext uri="{FF2B5EF4-FFF2-40B4-BE49-F238E27FC236}">
                      <a16:creationId xmlns:a16="http://schemas.microsoft.com/office/drawing/2014/main" id="{E1313C81-743D-55DB-B6A0-56EC285803EF}"/>
                    </a:ext>
                  </a:extLst>
                </p:cNvPr>
                <p:cNvGrpSpPr/>
                <p:nvPr/>
              </p:nvGrpSpPr>
              <p:grpSpPr>
                <a:xfrm>
                  <a:off x="7227863" y="8087599"/>
                  <a:ext cx="467173" cy="505046"/>
                  <a:chOff x="8687810" y="5861894"/>
                  <a:chExt cx="467173" cy="505046"/>
                </a:xfrm>
              </p:grpSpPr>
              <p:sp>
                <p:nvSpPr>
                  <p:cNvPr id="5337" name="矩形 5336">
                    <a:extLst>
                      <a:ext uri="{FF2B5EF4-FFF2-40B4-BE49-F238E27FC236}">
                        <a16:creationId xmlns:a16="http://schemas.microsoft.com/office/drawing/2014/main" id="{9030EFE8-B120-243A-ECF7-F3B5A24E9EA8}"/>
                      </a:ext>
                    </a:extLst>
                  </p:cNvPr>
                  <p:cNvSpPr/>
                  <p:nvPr/>
                </p:nvSpPr>
                <p:spPr>
                  <a:xfrm>
                    <a:off x="8725987" y="6005210"/>
                    <a:ext cx="392529" cy="101571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3600">
                      <a:solidFill>
                        <a:schemeClr val="bg2">
                          <a:lumMod val="90000"/>
                        </a:scheme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5338" name="组合 5337">
                    <a:extLst>
                      <a:ext uri="{FF2B5EF4-FFF2-40B4-BE49-F238E27FC236}">
                        <a16:creationId xmlns:a16="http://schemas.microsoft.com/office/drawing/2014/main" id="{1A3BC053-1F4D-7D75-0C8F-143C222189F4}"/>
                      </a:ext>
                    </a:extLst>
                  </p:cNvPr>
                  <p:cNvGrpSpPr/>
                  <p:nvPr/>
                </p:nvGrpSpPr>
                <p:grpSpPr>
                  <a:xfrm>
                    <a:off x="8687810" y="5861894"/>
                    <a:ext cx="467173" cy="505046"/>
                    <a:chOff x="6204067" y="1439010"/>
                    <a:chExt cx="461625" cy="461625"/>
                  </a:xfrm>
                </p:grpSpPr>
                <p:sp>
                  <p:nvSpPr>
                    <p:cNvPr id="5339" name="矩形 5338">
                      <a:extLst>
                        <a:ext uri="{FF2B5EF4-FFF2-40B4-BE49-F238E27FC236}">
                          <a16:creationId xmlns:a16="http://schemas.microsoft.com/office/drawing/2014/main" id="{04CD46DD-8443-DE87-04CF-6B5F4C9317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40077" y="1662843"/>
                      <a:ext cx="389323" cy="193826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5340" name="图形 5339">
                      <a:extLst>
                        <a:ext uri="{FF2B5EF4-FFF2-40B4-BE49-F238E27FC236}">
                          <a16:creationId xmlns:a16="http://schemas.microsoft.com/office/drawing/2014/main" id="{3BFD5D69-0AA7-2D26-A69F-A8C1B082359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>
                      <a:extLst>
                        <a:ext uri="{96DAC541-7B7A-43D3-8B79-37D633B846F1}">
                          <asvg:svgBlip xmlns:asvg="http://schemas.microsoft.com/office/drawing/2016/SVG/main" r:embed="rId9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204067" y="1439010"/>
                      <a:ext cx="461625" cy="461625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5297" name="组合 5296">
                  <a:extLst>
                    <a:ext uri="{FF2B5EF4-FFF2-40B4-BE49-F238E27FC236}">
                      <a16:creationId xmlns:a16="http://schemas.microsoft.com/office/drawing/2014/main" id="{A26D4691-EFE6-20D7-719C-5505C4C06F0F}"/>
                    </a:ext>
                  </a:extLst>
                </p:cNvPr>
                <p:cNvGrpSpPr/>
                <p:nvPr/>
              </p:nvGrpSpPr>
              <p:grpSpPr>
                <a:xfrm>
                  <a:off x="7685396" y="8087407"/>
                  <a:ext cx="467173" cy="505046"/>
                  <a:chOff x="4886767" y="6619762"/>
                  <a:chExt cx="691704" cy="635894"/>
                </a:xfrm>
              </p:grpSpPr>
              <p:sp>
                <p:nvSpPr>
                  <p:cNvPr id="5333" name="矩形 5332">
                    <a:extLst>
                      <a:ext uri="{FF2B5EF4-FFF2-40B4-BE49-F238E27FC236}">
                        <a16:creationId xmlns:a16="http://schemas.microsoft.com/office/drawing/2014/main" id="{2D48DDD4-91F3-FE37-9FC6-4CBACC059736}"/>
                      </a:ext>
                    </a:extLst>
                  </p:cNvPr>
                  <p:cNvSpPr/>
                  <p:nvPr/>
                </p:nvSpPr>
                <p:spPr>
                  <a:xfrm>
                    <a:off x="4935603" y="6780219"/>
                    <a:ext cx="583366" cy="274465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3600">
                      <a:solidFill>
                        <a:schemeClr val="bg2">
                          <a:lumMod val="90000"/>
                        </a:scheme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5334" name="组合 5333">
                    <a:extLst>
                      <a:ext uri="{FF2B5EF4-FFF2-40B4-BE49-F238E27FC236}">
                        <a16:creationId xmlns:a16="http://schemas.microsoft.com/office/drawing/2014/main" id="{9BB55E67-6E52-8C91-4983-B089E3F734E1}"/>
                      </a:ext>
                    </a:extLst>
                  </p:cNvPr>
                  <p:cNvGrpSpPr/>
                  <p:nvPr/>
                </p:nvGrpSpPr>
                <p:grpSpPr>
                  <a:xfrm>
                    <a:off x="4886767" y="6619762"/>
                    <a:ext cx="691704" cy="635894"/>
                    <a:chOff x="6204067" y="1439010"/>
                    <a:chExt cx="461625" cy="461625"/>
                  </a:xfrm>
                </p:grpSpPr>
                <p:sp>
                  <p:nvSpPr>
                    <p:cNvPr id="5335" name="矩形 5334">
                      <a:extLst>
                        <a:ext uri="{FF2B5EF4-FFF2-40B4-BE49-F238E27FC236}">
                          <a16:creationId xmlns:a16="http://schemas.microsoft.com/office/drawing/2014/main" id="{4FDBAB42-5EAD-967C-82B2-994111C12C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40077" y="1657423"/>
                      <a:ext cx="389323" cy="199247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5336" name="图形 5335">
                      <a:extLst>
                        <a:ext uri="{FF2B5EF4-FFF2-40B4-BE49-F238E27FC236}">
                          <a16:creationId xmlns:a16="http://schemas.microsoft.com/office/drawing/2014/main" id="{1974092D-3AE1-4C41-D157-D9F93344D2C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>
                      <a:extLst>
                        <a:ext uri="{96DAC541-7B7A-43D3-8B79-37D633B846F1}">
                          <asvg:svgBlip xmlns:asvg="http://schemas.microsoft.com/office/drawing/2016/SVG/main" r:embed="rId9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204067" y="1439010"/>
                      <a:ext cx="461625" cy="461625"/>
                    </a:xfrm>
                    <a:prstGeom prst="rect">
                      <a:avLst/>
                    </a:prstGeom>
                  </p:spPr>
                </p:pic>
              </p:grpSp>
            </p:grpSp>
            <p:cxnSp>
              <p:nvCxnSpPr>
                <p:cNvPr id="5298" name="直线连接符 5297">
                  <a:extLst>
                    <a:ext uri="{FF2B5EF4-FFF2-40B4-BE49-F238E27FC236}">
                      <a16:creationId xmlns:a16="http://schemas.microsoft.com/office/drawing/2014/main" id="{514D682C-8367-CDCC-42F6-5B0B1DEB21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91009" y="8387472"/>
                  <a:ext cx="471354" cy="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299" name="组合 5298">
                  <a:extLst>
                    <a:ext uri="{FF2B5EF4-FFF2-40B4-BE49-F238E27FC236}">
                      <a16:creationId xmlns:a16="http://schemas.microsoft.com/office/drawing/2014/main" id="{541DE99C-FE80-C4DB-A00C-B0FAF549F074}"/>
                    </a:ext>
                  </a:extLst>
                </p:cNvPr>
                <p:cNvGrpSpPr/>
                <p:nvPr/>
              </p:nvGrpSpPr>
              <p:grpSpPr>
                <a:xfrm>
                  <a:off x="8143579" y="8086837"/>
                  <a:ext cx="467173" cy="505046"/>
                  <a:chOff x="6204067" y="1439010"/>
                  <a:chExt cx="461625" cy="461625"/>
                </a:xfrm>
              </p:grpSpPr>
              <p:sp>
                <p:nvSpPr>
                  <p:cNvPr id="5331" name="矩形 5330">
                    <a:extLst>
                      <a:ext uri="{FF2B5EF4-FFF2-40B4-BE49-F238E27FC236}">
                        <a16:creationId xmlns:a16="http://schemas.microsoft.com/office/drawing/2014/main" id="{AB02E090-6465-1432-3A39-C953B8EE3AE5}"/>
                      </a:ext>
                    </a:extLst>
                  </p:cNvPr>
                  <p:cNvSpPr/>
                  <p:nvPr/>
                </p:nvSpPr>
                <p:spPr>
                  <a:xfrm>
                    <a:off x="6240077" y="1540611"/>
                    <a:ext cx="389323" cy="316581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3600">
                      <a:solidFill>
                        <a:schemeClr val="bg2">
                          <a:lumMod val="90000"/>
                        </a:scheme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pic>
                <p:nvPicPr>
                  <p:cNvPr id="5332" name="图形 5331">
                    <a:extLst>
                      <a:ext uri="{FF2B5EF4-FFF2-40B4-BE49-F238E27FC236}">
                        <a16:creationId xmlns:a16="http://schemas.microsoft.com/office/drawing/2014/main" id="{7F23987F-F5AF-E18E-065C-8596628F6DA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204067" y="1439010"/>
                    <a:ext cx="461625" cy="461625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5300" name="组合 5299">
                  <a:extLst>
                    <a:ext uri="{FF2B5EF4-FFF2-40B4-BE49-F238E27FC236}">
                      <a16:creationId xmlns:a16="http://schemas.microsoft.com/office/drawing/2014/main" id="{4004EB2F-9C6C-6176-D303-A19599024503}"/>
                    </a:ext>
                  </a:extLst>
                </p:cNvPr>
                <p:cNvGrpSpPr/>
                <p:nvPr/>
              </p:nvGrpSpPr>
              <p:grpSpPr>
                <a:xfrm>
                  <a:off x="7136272" y="7960960"/>
                  <a:ext cx="1628489" cy="206120"/>
                  <a:chOff x="7155234" y="8408724"/>
                  <a:chExt cx="1628489" cy="206120"/>
                </a:xfrm>
              </p:grpSpPr>
              <p:sp>
                <p:nvSpPr>
                  <p:cNvPr id="5327" name="文本框 5326">
                    <a:extLst>
                      <a:ext uri="{FF2B5EF4-FFF2-40B4-BE49-F238E27FC236}">
                        <a16:creationId xmlns:a16="http://schemas.microsoft.com/office/drawing/2014/main" id="{FF035FEE-9B92-A268-0518-3EF9FB10A080}"/>
                      </a:ext>
                    </a:extLst>
                  </p:cNvPr>
                  <p:cNvSpPr txBox="1"/>
                  <p:nvPr/>
                </p:nvSpPr>
                <p:spPr>
                  <a:xfrm>
                    <a:off x="7585022" y="8408724"/>
                    <a:ext cx="692066" cy="2061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kumimoji="1" lang="en-US" altLang="zh-CN" sz="12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DELETE</a:t>
                    </a:r>
                    <a:endParaRPr lang="zh-CN" altLang="en-US" sz="1200" dirty="0"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328" name="文本框 5327">
                    <a:extLst>
                      <a:ext uri="{FF2B5EF4-FFF2-40B4-BE49-F238E27FC236}">
                        <a16:creationId xmlns:a16="http://schemas.microsoft.com/office/drawing/2014/main" id="{89A61317-D774-9328-208A-C23CDD67397E}"/>
                      </a:ext>
                    </a:extLst>
                  </p:cNvPr>
                  <p:cNvSpPr txBox="1"/>
                  <p:nvPr/>
                </p:nvSpPr>
                <p:spPr>
                  <a:xfrm>
                    <a:off x="8091657" y="8408724"/>
                    <a:ext cx="692066" cy="2061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kumimoji="1" lang="en-US" altLang="zh-CN" sz="12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DROP</a:t>
                    </a:r>
                    <a:endParaRPr lang="zh-CN" altLang="en-US" sz="1200" dirty="0"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pic>
                <p:nvPicPr>
                  <p:cNvPr id="5329" name="图形 5328">
                    <a:extLst>
                      <a:ext uri="{FF2B5EF4-FFF2-40B4-BE49-F238E27FC236}">
                        <a16:creationId xmlns:a16="http://schemas.microsoft.com/office/drawing/2014/main" id="{036A9D99-2A6A-75CE-F857-617E80D5F23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>
                    <a:extLst>
                      <a:ext uri="{96DAC541-7B7A-43D3-8B79-37D633B846F1}">
                        <asvg:svgBlip xmlns:asvg="http://schemas.microsoft.com/office/drawing/2016/SVG/main" r:embed="rId11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162363" y="8482213"/>
                    <a:ext cx="119487" cy="119487"/>
                  </a:xfrm>
                  <a:prstGeom prst="rect">
                    <a:avLst/>
                  </a:prstGeom>
                </p:spPr>
              </p:pic>
              <p:sp>
                <p:nvSpPr>
                  <p:cNvPr id="5330" name="文本框 5329">
                    <a:extLst>
                      <a:ext uri="{FF2B5EF4-FFF2-40B4-BE49-F238E27FC236}">
                        <a16:creationId xmlns:a16="http://schemas.microsoft.com/office/drawing/2014/main" id="{08A34C09-AA22-1321-9A2C-6E6EBB31400D}"/>
                      </a:ext>
                    </a:extLst>
                  </p:cNvPr>
                  <p:cNvSpPr txBox="1"/>
                  <p:nvPr/>
                </p:nvSpPr>
                <p:spPr>
                  <a:xfrm>
                    <a:off x="7155234" y="8408724"/>
                    <a:ext cx="629636" cy="2061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kumimoji="1" lang="en-US" altLang="zh-CN" sz="12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SELECT</a:t>
                    </a:r>
                    <a:endParaRPr lang="zh-CN" altLang="en-US" sz="1200" dirty="0"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5301" name="文本框 5300">
                  <a:extLst>
                    <a:ext uri="{FF2B5EF4-FFF2-40B4-BE49-F238E27FC236}">
                      <a16:creationId xmlns:a16="http://schemas.microsoft.com/office/drawing/2014/main" id="{E258DFC9-9CF8-AC37-D4B2-4FF66D76C92F}"/>
                    </a:ext>
                  </a:extLst>
                </p:cNvPr>
                <p:cNvSpPr txBox="1"/>
                <p:nvPr/>
              </p:nvSpPr>
              <p:spPr>
                <a:xfrm>
                  <a:off x="8131934" y="8256864"/>
                  <a:ext cx="482828" cy="30917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❌</a:t>
                  </a:r>
                  <a:endPara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302" name="文本框 5301">
                  <a:extLst>
                    <a:ext uri="{FF2B5EF4-FFF2-40B4-BE49-F238E27FC236}">
                      <a16:creationId xmlns:a16="http://schemas.microsoft.com/office/drawing/2014/main" id="{3C3B60B5-96B2-82AA-CFD9-2035AC4CF2D8}"/>
                    </a:ext>
                  </a:extLst>
                </p:cNvPr>
                <p:cNvSpPr txBox="1"/>
                <p:nvPr/>
              </p:nvSpPr>
              <p:spPr>
                <a:xfrm>
                  <a:off x="7451028" y="8506467"/>
                  <a:ext cx="998977" cy="25319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16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Operations</a:t>
                  </a:r>
                  <a:endPara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303" name="文本框 5302">
                  <a:extLst>
                    <a:ext uri="{FF2B5EF4-FFF2-40B4-BE49-F238E27FC236}">
                      <a16:creationId xmlns:a16="http://schemas.microsoft.com/office/drawing/2014/main" id="{AFB810D6-B673-132F-7CEB-7DFB12103926}"/>
                    </a:ext>
                  </a:extLst>
                </p:cNvPr>
                <p:cNvSpPr txBox="1"/>
                <p:nvPr/>
              </p:nvSpPr>
              <p:spPr>
                <a:xfrm>
                  <a:off x="5922153" y="8506467"/>
                  <a:ext cx="998977" cy="25319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16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Objects</a:t>
                  </a:r>
                  <a:endPara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304" name="组合 5303">
                  <a:extLst>
                    <a:ext uri="{FF2B5EF4-FFF2-40B4-BE49-F238E27FC236}">
                      <a16:creationId xmlns:a16="http://schemas.microsoft.com/office/drawing/2014/main" id="{A84B3931-4615-0A19-807C-402D6FC02B9A}"/>
                    </a:ext>
                  </a:extLst>
                </p:cNvPr>
                <p:cNvGrpSpPr/>
                <p:nvPr/>
              </p:nvGrpSpPr>
              <p:grpSpPr>
                <a:xfrm>
                  <a:off x="5786294" y="7916663"/>
                  <a:ext cx="607275" cy="701068"/>
                  <a:chOff x="9740059" y="6993733"/>
                  <a:chExt cx="607275" cy="701068"/>
                </a:xfrm>
              </p:grpSpPr>
              <p:grpSp>
                <p:nvGrpSpPr>
                  <p:cNvPr id="5318" name="组合 5317">
                    <a:extLst>
                      <a:ext uri="{FF2B5EF4-FFF2-40B4-BE49-F238E27FC236}">
                        <a16:creationId xmlns:a16="http://schemas.microsoft.com/office/drawing/2014/main" id="{AFB2BFE4-BED9-9A72-F803-7526554FDA4B}"/>
                      </a:ext>
                    </a:extLst>
                  </p:cNvPr>
                  <p:cNvGrpSpPr/>
                  <p:nvPr/>
                </p:nvGrpSpPr>
                <p:grpSpPr>
                  <a:xfrm>
                    <a:off x="9740059" y="6993733"/>
                    <a:ext cx="467173" cy="505046"/>
                    <a:chOff x="7883189" y="7231499"/>
                    <a:chExt cx="467173" cy="505046"/>
                  </a:xfrm>
                </p:grpSpPr>
                <p:sp>
                  <p:nvSpPr>
                    <p:cNvPr id="5325" name="矩形 5324">
                      <a:extLst>
                        <a:ext uri="{FF2B5EF4-FFF2-40B4-BE49-F238E27FC236}">
                          <a16:creationId xmlns:a16="http://schemas.microsoft.com/office/drawing/2014/main" id="{08001E16-8C36-AEEE-1F41-D07771B3B7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19632" y="7374682"/>
                      <a:ext cx="394002" cy="313764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5326" name="图形 5325">
                      <a:extLst>
                        <a:ext uri="{FF2B5EF4-FFF2-40B4-BE49-F238E27FC236}">
                          <a16:creationId xmlns:a16="http://schemas.microsoft.com/office/drawing/2014/main" id="{8502787E-FCA9-C0EE-38AD-A4646B7FE79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>
                      <a:extLst>
                        <a:ext uri="{96DAC541-7B7A-43D3-8B79-37D633B846F1}">
                          <asvg:svgBlip xmlns:asvg="http://schemas.microsoft.com/office/drawing/2016/SVG/main" r:embed="rId9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883189" y="7231499"/>
                      <a:ext cx="467173" cy="50504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5319" name="组合 5318">
                    <a:extLst>
                      <a:ext uri="{FF2B5EF4-FFF2-40B4-BE49-F238E27FC236}">
                        <a16:creationId xmlns:a16="http://schemas.microsoft.com/office/drawing/2014/main" id="{EAA82C13-18B1-273D-A9C8-8AA06B76AE6A}"/>
                      </a:ext>
                    </a:extLst>
                  </p:cNvPr>
                  <p:cNvGrpSpPr/>
                  <p:nvPr/>
                </p:nvGrpSpPr>
                <p:grpSpPr>
                  <a:xfrm>
                    <a:off x="9810110" y="7085901"/>
                    <a:ext cx="467173" cy="505046"/>
                    <a:chOff x="7883189" y="7231499"/>
                    <a:chExt cx="467173" cy="505046"/>
                  </a:xfrm>
                </p:grpSpPr>
                <p:sp>
                  <p:nvSpPr>
                    <p:cNvPr id="5323" name="矩形 5322">
                      <a:extLst>
                        <a:ext uri="{FF2B5EF4-FFF2-40B4-BE49-F238E27FC236}">
                          <a16:creationId xmlns:a16="http://schemas.microsoft.com/office/drawing/2014/main" id="{95FDACC4-31D3-AC04-4DAC-04EB05217E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19632" y="7374682"/>
                      <a:ext cx="394002" cy="313764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5324" name="图形 5323">
                      <a:extLst>
                        <a:ext uri="{FF2B5EF4-FFF2-40B4-BE49-F238E27FC236}">
                          <a16:creationId xmlns:a16="http://schemas.microsoft.com/office/drawing/2014/main" id="{2B644792-BE1A-0581-1C19-BF67D44057C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>
                      <a:extLst>
                        <a:ext uri="{96DAC541-7B7A-43D3-8B79-37D633B846F1}">
                          <asvg:svgBlip xmlns:asvg="http://schemas.microsoft.com/office/drawing/2016/SVG/main" r:embed="rId9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883189" y="7231499"/>
                      <a:ext cx="467173" cy="50504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5320" name="组合 5319">
                    <a:extLst>
                      <a:ext uri="{FF2B5EF4-FFF2-40B4-BE49-F238E27FC236}">
                        <a16:creationId xmlns:a16="http://schemas.microsoft.com/office/drawing/2014/main" id="{1A175D2C-6EB4-7127-4C16-72B9AF896E57}"/>
                      </a:ext>
                    </a:extLst>
                  </p:cNvPr>
                  <p:cNvGrpSpPr/>
                  <p:nvPr/>
                </p:nvGrpSpPr>
                <p:grpSpPr>
                  <a:xfrm>
                    <a:off x="9880161" y="7189755"/>
                    <a:ext cx="467173" cy="505046"/>
                    <a:chOff x="7883189" y="7231499"/>
                    <a:chExt cx="467173" cy="505046"/>
                  </a:xfrm>
                </p:grpSpPr>
                <p:sp>
                  <p:nvSpPr>
                    <p:cNvPr id="5321" name="矩形 5320">
                      <a:extLst>
                        <a:ext uri="{FF2B5EF4-FFF2-40B4-BE49-F238E27FC236}">
                          <a16:creationId xmlns:a16="http://schemas.microsoft.com/office/drawing/2014/main" id="{F7007431-FA8A-B919-6ADD-B36E1CEB3E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19632" y="7374682"/>
                      <a:ext cx="394002" cy="313764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5322" name="图形 5321">
                      <a:extLst>
                        <a:ext uri="{FF2B5EF4-FFF2-40B4-BE49-F238E27FC236}">
                          <a16:creationId xmlns:a16="http://schemas.microsoft.com/office/drawing/2014/main" id="{1C887C99-6623-10A4-497B-178B238C171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>
                      <a:extLst>
                        <a:ext uri="{96DAC541-7B7A-43D3-8B79-37D633B846F1}">
                          <asvg:svgBlip xmlns:asvg="http://schemas.microsoft.com/office/drawing/2016/SVG/main" r:embed="rId9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883189" y="7231499"/>
                      <a:ext cx="467173" cy="505046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5305" name="组合 5304">
                  <a:extLst>
                    <a:ext uri="{FF2B5EF4-FFF2-40B4-BE49-F238E27FC236}">
                      <a16:creationId xmlns:a16="http://schemas.microsoft.com/office/drawing/2014/main" id="{EEBCC504-945B-63B7-7F71-B03D1FBF33BF}"/>
                    </a:ext>
                  </a:extLst>
                </p:cNvPr>
                <p:cNvGrpSpPr/>
                <p:nvPr/>
              </p:nvGrpSpPr>
              <p:grpSpPr>
                <a:xfrm>
                  <a:off x="6385199" y="7916663"/>
                  <a:ext cx="607275" cy="701068"/>
                  <a:chOff x="9740059" y="6993733"/>
                  <a:chExt cx="607275" cy="701068"/>
                </a:xfrm>
              </p:grpSpPr>
              <p:grpSp>
                <p:nvGrpSpPr>
                  <p:cNvPr id="5309" name="组合 5308">
                    <a:extLst>
                      <a:ext uri="{FF2B5EF4-FFF2-40B4-BE49-F238E27FC236}">
                        <a16:creationId xmlns:a16="http://schemas.microsoft.com/office/drawing/2014/main" id="{D45A5FF6-6EE6-455F-9186-85FC87DA86A3}"/>
                      </a:ext>
                    </a:extLst>
                  </p:cNvPr>
                  <p:cNvGrpSpPr/>
                  <p:nvPr/>
                </p:nvGrpSpPr>
                <p:grpSpPr>
                  <a:xfrm>
                    <a:off x="9740059" y="6993733"/>
                    <a:ext cx="467173" cy="505046"/>
                    <a:chOff x="7883189" y="7231499"/>
                    <a:chExt cx="467173" cy="505046"/>
                  </a:xfrm>
                </p:grpSpPr>
                <p:sp>
                  <p:nvSpPr>
                    <p:cNvPr id="5316" name="矩形 5315">
                      <a:extLst>
                        <a:ext uri="{FF2B5EF4-FFF2-40B4-BE49-F238E27FC236}">
                          <a16:creationId xmlns:a16="http://schemas.microsoft.com/office/drawing/2014/main" id="{197102A4-05FD-B8A8-2B84-B484E1C2C1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19632" y="7374682"/>
                      <a:ext cx="394002" cy="313764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5317" name="图形 5316">
                      <a:extLst>
                        <a:ext uri="{FF2B5EF4-FFF2-40B4-BE49-F238E27FC236}">
                          <a16:creationId xmlns:a16="http://schemas.microsoft.com/office/drawing/2014/main" id="{CEAF696B-4C05-8B4D-1D5E-855A72C37BA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>
                      <a:extLst>
                        <a:ext uri="{96DAC541-7B7A-43D3-8B79-37D633B846F1}">
                          <asvg:svgBlip xmlns:asvg="http://schemas.microsoft.com/office/drawing/2016/SVG/main" r:embed="rId9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883189" y="7231499"/>
                      <a:ext cx="467173" cy="50504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5310" name="组合 5309">
                    <a:extLst>
                      <a:ext uri="{FF2B5EF4-FFF2-40B4-BE49-F238E27FC236}">
                        <a16:creationId xmlns:a16="http://schemas.microsoft.com/office/drawing/2014/main" id="{B948985F-07F0-78DC-3BB7-79724E824B49}"/>
                      </a:ext>
                    </a:extLst>
                  </p:cNvPr>
                  <p:cNvGrpSpPr/>
                  <p:nvPr/>
                </p:nvGrpSpPr>
                <p:grpSpPr>
                  <a:xfrm>
                    <a:off x="9810110" y="7085901"/>
                    <a:ext cx="467173" cy="505046"/>
                    <a:chOff x="7883189" y="7231499"/>
                    <a:chExt cx="467173" cy="505046"/>
                  </a:xfrm>
                </p:grpSpPr>
                <p:sp>
                  <p:nvSpPr>
                    <p:cNvPr id="5314" name="矩形 5313">
                      <a:extLst>
                        <a:ext uri="{FF2B5EF4-FFF2-40B4-BE49-F238E27FC236}">
                          <a16:creationId xmlns:a16="http://schemas.microsoft.com/office/drawing/2014/main" id="{EB8E9B6E-A644-3580-9BAF-05967942F5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19632" y="7374682"/>
                      <a:ext cx="394002" cy="313764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5315" name="图形 5314">
                      <a:extLst>
                        <a:ext uri="{FF2B5EF4-FFF2-40B4-BE49-F238E27FC236}">
                          <a16:creationId xmlns:a16="http://schemas.microsoft.com/office/drawing/2014/main" id="{3F54C277-0310-EB83-D7BA-3AF64D261F6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>
                      <a:extLst>
                        <a:ext uri="{96DAC541-7B7A-43D3-8B79-37D633B846F1}">
                          <asvg:svgBlip xmlns:asvg="http://schemas.microsoft.com/office/drawing/2016/SVG/main" r:embed="rId9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883189" y="7231499"/>
                      <a:ext cx="467173" cy="50504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5311" name="组合 5310">
                    <a:extLst>
                      <a:ext uri="{FF2B5EF4-FFF2-40B4-BE49-F238E27FC236}">
                        <a16:creationId xmlns:a16="http://schemas.microsoft.com/office/drawing/2014/main" id="{AE272B49-08D0-C92D-1854-2079C004A1ED}"/>
                      </a:ext>
                    </a:extLst>
                  </p:cNvPr>
                  <p:cNvGrpSpPr/>
                  <p:nvPr/>
                </p:nvGrpSpPr>
                <p:grpSpPr>
                  <a:xfrm>
                    <a:off x="9880161" y="7189755"/>
                    <a:ext cx="467173" cy="505046"/>
                    <a:chOff x="7883189" y="7231499"/>
                    <a:chExt cx="467173" cy="505046"/>
                  </a:xfrm>
                </p:grpSpPr>
                <p:sp>
                  <p:nvSpPr>
                    <p:cNvPr id="5312" name="矩形 5311">
                      <a:extLst>
                        <a:ext uri="{FF2B5EF4-FFF2-40B4-BE49-F238E27FC236}">
                          <a16:creationId xmlns:a16="http://schemas.microsoft.com/office/drawing/2014/main" id="{C5E9DDD8-E478-C454-F7D6-21F454BE62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19633" y="7374683"/>
                      <a:ext cx="394002" cy="313765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5313" name="图形 5312">
                      <a:extLst>
                        <a:ext uri="{FF2B5EF4-FFF2-40B4-BE49-F238E27FC236}">
                          <a16:creationId xmlns:a16="http://schemas.microsoft.com/office/drawing/2014/main" id="{71BCA1CF-F944-133B-08A4-787052D69A7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>
                      <a:extLst>
                        <a:ext uri="{96DAC541-7B7A-43D3-8B79-37D633B846F1}">
                          <asvg:svgBlip xmlns:asvg="http://schemas.microsoft.com/office/drawing/2016/SVG/main" r:embed="rId9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883189" y="7231499"/>
                      <a:ext cx="467173" cy="505046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5306" name="图形 5305">
                  <a:extLst>
                    <a:ext uri="{FF2B5EF4-FFF2-40B4-BE49-F238E27FC236}">
                      <a16:creationId xmlns:a16="http://schemas.microsoft.com/office/drawing/2014/main" id="{86A3B4B9-86F4-17F9-A355-61ABBC6458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26403" y="8280286"/>
                  <a:ext cx="256916" cy="256916"/>
                </a:xfrm>
                <a:prstGeom prst="rect">
                  <a:avLst/>
                </a:prstGeom>
              </p:spPr>
            </p:pic>
            <p:sp>
              <p:nvSpPr>
                <p:cNvPr id="5307" name="圆角矩形 5306">
                  <a:extLst>
                    <a:ext uri="{FF2B5EF4-FFF2-40B4-BE49-F238E27FC236}">
                      <a16:creationId xmlns:a16="http://schemas.microsoft.com/office/drawing/2014/main" id="{B59C8B24-BF53-D0C1-016F-5731755AA4B5}"/>
                    </a:ext>
                  </a:extLst>
                </p:cNvPr>
                <p:cNvSpPr/>
                <p:nvPr/>
              </p:nvSpPr>
              <p:spPr>
                <a:xfrm>
                  <a:off x="5719938" y="7916663"/>
                  <a:ext cx="1327704" cy="871724"/>
                </a:xfrm>
                <a:prstGeom prst="roundRect">
                  <a:avLst>
                    <a:gd name="adj" fmla="val 11610"/>
                  </a:avLst>
                </a:prstGeom>
                <a:noFill/>
                <a:ln w="19050">
                  <a:solidFill>
                    <a:schemeClr val="bg1">
                      <a:lumMod val="85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32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            </a:t>
                  </a:r>
                  <a:endParaRPr kumimoji="1" lang="en-US" altLang="zh-CN" sz="32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308" name="圆角矩形 5307">
                  <a:extLst>
                    <a:ext uri="{FF2B5EF4-FFF2-40B4-BE49-F238E27FC236}">
                      <a16:creationId xmlns:a16="http://schemas.microsoft.com/office/drawing/2014/main" id="{9EABA475-6A60-6702-0D17-B853C4D74D6F}"/>
                    </a:ext>
                  </a:extLst>
                </p:cNvPr>
                <p:cNvSpPr/>
                <p:nvPr/>
              </p:nvSpPr>
              <p:spPr>
                <a:xfrm>
                  <a:off x="7212397" y="7909659"/>
                  <a:ext cx="1423401" cy="871724"/>
                </a:xfrm>
                <a:prstGeom prst="roundRect">
                  <a:avLst>
                    <a:gd name="adj" fmla="val 11610"/>
                  </a:avLst>
                </a:prstGeom>
                <a:noFill/>
                <a:ln w="19050">
                  <a:solidFill>
                    <a:schemeClr val="bg1">
                      <a:lumMod val="85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32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            </a:t>
                  </a:r>
                  <a:endParaRPr kumimoji="1" lang="en-US" altLang="zh-CN" sz="32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5259" name="文本框 5258">
                <a:extLst>
                  <a:ext uri="{FF2B5EF4-FFF2-40B4-BE49-F238E27FC236}">
                    <a16:creationId xmlns:a16="http://schemas.microsoft.com/office/drawing/2014/main" id="{C93C4E66-DF9F-498D-D9D2-F6B739396345}"/>
                  </a:ext>
                </a:extLst>
              </p:cNvPr>
              <p:cNvSpPr txBox="1"/>
              <p:nvPr/>
            </p:nvSpPr>
            <p:spPr>
              <a:xfrm>
                <a:off x="4745471" y="3866789"/>
                <a:ext cx="1287982" cy="198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Databases</a:t>
                </a:r>
                <a:endParaRPr lang="zh-CN" alt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60" name="圆角矩形 5259">
                <a:extLst>
                  <a:ext uri="{FF2B5EF4-FFF2-40B4-BE49-F238E27FC236}">
                    <a16:creationId xmlns:a16="http://schemas.microsoft.com/office/drawing/2014/main" id="{D87DE489-1526-4DCC-9AA0-AB21364E01F1}"/>
                  </a:ext>
                </a:extLst>
              </p:cNvPr>
              <p:cNvSpPr/>
              <p:nvPr/>
            </p:nvSpPr>
            <p:spPr>
              <a:xfrm>
                <a:off x="6074566" y="2978217"/>
                <a:ext cx="989033" cy="819022"/>
              </a:xfrm>
              <a:prstGeom prst="roundRect">
                <a:avLst>
                  <a:gd name="adj" fmla="val 11610"/>
                </a:avLst>
              </a:prstGeom>
              <a:noFill/>
              <a:ln w="190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          </a:t>
                </a:r>
                <a:endParaRPr kumimoji="1" lang="en-US" altLang="zh-CN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261" name="组合 5260">
                <a:extLst>
                  <a:ext uri="{FF2B5EF4-FFF2-40B4-BE49-F238E27FC236}">
                    <a16:creationId xmlns:a16="http://schemas.microsoft.com/office/drawing/2014/main" id="{C3517D68-93C5-1654-EEA0-73978E65C604}"/>
                  </a:ext>
                </a:extLst>
              </p:cNvPr>
              <p:cNvGrpSpPr/>
              <p:nvPr/>
            </p:nvGrpSpPr>
            <p:grpSpPr>
              <a:xfrm>
                <a:off x="6304443" y="3251777"/>
                <a:ext cx="744681" cy="411111"/>
                <a:chOff x="8612645" y="6409560"/>
                <a:chExt cx="1074060" cy="594314"/>
              </a:xfrm>
            </p:grpSpPr>
            <p:pic>
              <p:nvPicPr>
                <p:cNvPr id="5293" name="图片 5292">
                  <a:extLst>
                    <a:ext uri="{FF2B5EF4-FFF2-40B4-BE49-F238E27FC236}">
                      <a16:creationId xmlns:a16="http://schemas.microsoft.com/office/drawing/2014/main" id="{5A756CD1-E04D-F5C5-629E-A83E1100FF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612645" y="6409560"/>
                  <a:ext cx="1074060" cy="594314"/>
                </a:xfrm>
                <a:prstGeom prst="rect">
                  <a:avLst/>
                </a:prstGeom>
              </p:spPr>
            </p:pic>
            <p:pic>
              <p:nvPicPr>
                <p:cNvPr id="5294" name="图形 5293">
                  <a:extLst>
                    <a:ext uri="{FF2B5EF4-FFF2-40B4-BE49-F238E27FC236}">
                      <a16:creationId xmlns:a16="http://schemas.microsoft.com/office/drawing/2014/main" id="{51A7637D-47B4-8D53-3058-5022F84389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08179" y="6836073"/>
                  <a:ext cx="646128" cy="161532"/>
                </a:xfrm>
                <a:prstGeom prst="rect">
                  <a:avLst/>
                </a:prstGeom>
              </p:spPr>
            </p:pic>
          </p:grpSp>
          <p:pic>
            <p:nvPicPr>
              <p:cNvPr id="5262" name="Picture 10" descr="Website Icon">
                <a:extLst>
                  <a:ext uri="{FF2B5EF4-FFF2-40B4-BE49-F238E27FC236}">
                    <a16:creationId xmlns:a16="http://schemas.microsoft.com/office/drawing/2014/main" id="{B560EE46-D905-02DF-57F9-AE544527B1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14739" y="3031038"/>
                <a:ext cx="416890" cy="3232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263" name="图形 5262">
                <a:extLst>
                  <a:ext uri="{FF2B5EF4-FFF2-40B4-BE49-F238E27FC236}">
                    <a16:creationId xmlns:a16="http://schemas.microsoft.com/office/drawing/2014/main" id="{5B254F20-29DB-9EE2-1EB7-B7CB7C005B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6584248" y="3079262"/>
                <a:ext cx="210306" cy="226826"/>
              </a:xfrm>
              <a:prstGeom prst="rect">
                <a:avLst/>
              </a:prstGeom>
            </p:spPr>
          </p:pic>
          <p:pic>
            <p:nvPicPr>
              <p:cNvPr id="5264" name="图形 5263">
                <a:extLst>
                  <a:ext uri="{FF2B5EF4-FFF2-40B4-BE49-F238E27FC236}">
                    <a16:creationId xmlns:a16="http://schemas.microsoft.com/office/drawing/2014/main" id="{4217AB7E-F7B5-B4D9-5EE9-9F981BE756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6157837" y="3417200"/>
                <a:ext cx="238442" cy="257172"/>
              </a:xfrm>
              <a:prstGeom prst="rect">
                <a:avLst/>
              </a:prstGeom>
            </p:spPr>
          </p:pic>
          <p:sp>
            <p:nvSpPr>
              <p:cNvPr id="5265" name="圆角矩形 5264">
                <a:extLst>
                  <a:ext uri="{FF2B5EF4-FFF2-40B4-BE49-F238E27FC236}">
                    <a16:creationId xmlns:a16="http://schemas.microsoft.com/office/drawing/2014/main" id="{AA878EDE-5229-186D-DF72-A9957A50D058}"/>
                  </a:ext>
                </a:extLst>
              </p:cNvPr>
              <p:cNvSpPr/>
              <p:nvPr/>
            </p:nvSpPr>
            <p:spPr>
              <a:xfrm>
                <a:off x="6573624" y="3052165"/>
                <a:ext cx="443033" cy="285135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66" name="文本框 5265">
                <a:extLst>
                  <a:ext uri="{FF2B5EF4-FFF2-40B4-BE49-F238E27FC236}">
                    <a16:creationId xmlns:a16="http://schemas.microsoft.com/office/drawing/2014/main" id="{57CFB67F-B9F4-C2C8-F4D1-3BA825F732F5}"/>
                  </a:ext>
                </a:extLst>
              </p:cNvPr>
              <p:cNvSpPr txBox="1"/>
              <p:nvPr/>
            </p:nvSpPr>
            <p:spPr>
              <a:xfrm>
                <a:off x="6694089" y="3031038"/>
                <a:ext cx="398286" cy="1537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" altLang="zh-CN" sz="11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BLIP</a:t>
                </a:r>
              </a:p>
            </p:txBody>
          </p:sp>
          <p:sp>
            <p:nvSpPr>
              <p:cNvPr id="5267" name="文本框 5266">
                <a:extLst>
                  <a:ext uri="{FF2B5EF4-FFF2-40B4-BE49-F238E27FC236}">
                    <a16:creationId xmlns:a16="http://schemas.microsoft.com/office/drawing/2014/main" id="{3E5DA033-D604-3C70-FC5A-825BB4F03C0A}"/>
                  </a:ext>
                </a:extLst>
              </p:cNvPr>
              <p:cNvSpPr txBox="1"/>
              <p:nvPr/>
            </p:nvSpPr>
            <p:spPr>
              <a:xfrm>
                <a:off x="6696610" y="3162950"/>
                <a:ext cx="443243" cy="1537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" altLang="zh-CN" sz="11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BART</a:t>
                </a:r>
              </a:p>
            </p:txBody>
          </p:sp>
          <p:sp>
            <p:nvSpPr>
              <p:cNvPr id="5268" name="圆角矩形 5267">
                <a:extLst>
                  <a:ext uri="{FF2B5EF4-FFF2-40B4-BE49-F238E27FC236}">
                    <a16:creationId xmlns:a16="http://schemas.microsoft.com/office/drawing/2014/main" id="{62F5804D-19EB-4F0A-4C82-50CD1B237AAE}"/>
                  </a:ext>
                </a:extLst>
              </p:cNvPr>
              <p:cNvSpPr/>
              <p:nvPr/>
            </p:nvSpPr>
            <p:spPr>
              <a:xfrm>
                <a:off x="6114740" y="3050165"/>
                <a:ext cx="418349" cy="285135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69" name="圆角矩形 5268">
                <a:extLst>
                  <a:ext uri="{FF2B5EF4-FFF2-40B4-BE49-F238E27FC236}">
                    <a16:creationId xmlns:a16="http://schemas.microsoft.com/office/drawing/2014/main" id="{D86F5C95-F1E2-85C3-48B1-EFF992BF66EE}"/>
                  </a:ext>
                </a:extLst>
              </p:cNvPr>
              <p:cNvSpPr/>
              <p:nvPr/>
            </p:nvSpPr>
            <p:spPr>
              <a:xfrm>
                <a:off x="6127592" y="3388722"/>
                <a:ext cx="876064" cy="285135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5270" name="Picture 14" descr="Toolbox - Free Tools and utensils icons">
                <a:hlinkClick r:id="rId22"/>
                <a:extLst>
                  <a:ext uri="{FF2B5EF4-FFF2-40B4-BE49-F238E27FC236}">
                    <a16:creationId xmlns:a16="http://schemas.microsoft.com/office/drawing/2014/main" id="{3AD10D66-C06D-EFB9-7518-85D8BEC764C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31051" y="2717024"/>
                <a:ext cx="214602" cy="24498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5271" name="组合 5270">
                <a:extLst>
                  <a:ext uri="{FF2B5EF4-FFF2-40B4-BE49-F238E27FC236}">
                    <a16:creationId xmlns:a16="http://schemas.microsoft.com/office/drawing/2014/main" id="{F5BF0D8A-94DB-8796-761E-B31B21E44E34}"/>
                  </a:ext>
                </a:extLst>
              </p:cNvPr>
              <p:cNvGrpSpPr/>
              <p:nvPr/>
            </p:nvGrpSpPr>
            <p:grpSpPr>
              <a:xfrm>
                <a:off x="3994378" y="3824484"/>
                <a:ext cx="1061982" cy="337752"/>
                <a:chOff x="6963336" y="7166639"/>
                <a:chExt cx="1751282" cy="505039"/>
              </a:xfrm>
            </p:grpSpPr>
            <p:pic>
              <p:nvPicPr>
                <p:cNvPr id="5289" name="图形 5288">
                  <a:extLst>
                    <a:ext uri="{FF2B5EF4-FFF2-40B4-BE49-F238E27FC236}">
                      <a16:creationId xmlns:a16="http://schemas.microsoft.com/office/drawing/2014/main" id="{7777A6DE-65FB-6B1D-FE7E-FE4C7BBAEE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>
                  <a:extLst>
                    <a:ext uri="{96DAC541-7B7A-43D3-8B79-37D633B846F1}">
                      <asvg:svgBlip xmlns:asvg="http://schemas.microsoft.com/office/drawing/2016/SVG/main" r:embed="rId2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865141" y="7267061"/>
                  <a:ext cx="304195" cy="304195"/>
                </a:xfrm>
                <a:prstGeom prst="rect">
                  <a:avLst/>
                </a:prstGeom>
              </p:spPr>
            </p:pic>
            <p:pic>
              <p:nvPicPr>
                <p:cNvPr id="5290" name="图形 5289">
                  <a:extLst>
                    <a:ext uri="{FF2B5EF4-FFF2-40B4-BE49-F238E27FC236}">
                      <a16:creationId xmlns:a16="http://schemas.microsoft.com/office/drawing/2014/main" id="{945887A3-51D0-24EF-A4B8-0446E04A83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6">
                  <a:extLst>
                    <a:ext uri="{96DAC541-7B7A-43D3-8B79-37D633B846F1}">
                      <asvg:svgBlip xmlns:asvg="http://schemas.microsoft.com/office/drawing/2016/SVG/main" r:embed="rId2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09579" y="7166639"/>
                  <a:ext cx="505039" cy="505039"/>
                </a:xfrm>
                <a:prstGeom prst="rect">
                  <a:avLst/>
                </a:prstGeom>
              </p:spPr>
            </p:pic>
            <p:pic>
              <p:nvPicPr>
                <p:cNvPr id="5291" name="图片 5290">
                  <a:extLst>
                    <a:ext uri="{FF2B5EF4-FFF2-40B4-BE49-F238E27FC236}">
                      <a16:creationId xmlns:a16="http://schemas.microsoft.com/office/drawing/2014/main" id="{0469A870-E6F1-5E45-980F-DA95BFCECF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963336" y="7250365"/>
                  <a:ext cx="417804" cy="337586"/>
                </a:xfrm>
                <a:prstGeom prst="rect">
                  <a:avLst/>
                </a:prstGeom>
              </p:spPr>
            </p:pic>
            <p:pic>
              <p:nvPicPr>
                <p:cNvPr id="5292" name="Picture 4">
                  <a:extLst>
                    <a:ext uri="{FF2B5EF4-FFF2-40B4-BE49-F238E27FC236}">
                      <a16:creationId xmlns:a16="http://schemas.microsoft.com/office/drawing/2014/main" id="{45703AC6-D545-70B0-E8E4-4FD41FA4443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21513" b="21522"/>
                <a:stretch/>
              </p:blipFill>
              <p:spPr bwMode="auto">
                <a:xfrm>
                  <a:off x="7419977" y="7233973"/>
                  <a:ext cx="370370" cy="37037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5272" name="文本框 5271">
                <a:extLst>
                  <a:ext uri="{FF2B5EF4-FFF2-40B4-BE49-F238E27FC236}">
                    <a16:creationId xmlns:a16="http://schemas.microsoft.com/office/drawing/2014/main" id="{0CE6F38D-261A-A4A7-3129-5AC005D5BB0A}"/>
                  </a:ext>
                </a:extLst>
              </p:cNvPr>
              <p:cNvSpPr txBox="1"/>
              <p:nvPr/>
            </p:nvSpPr>
            <p:spPr>
              <a:xfrm>
                <a:off x="5940256" y="3792318"/>
                <a:ext cx="1287982" cy="3436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Other backend systems / services</a:t>
                </a:r>
                <a:endParaRPr lang="zh-CN" alt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5273" name="直线箭头连接符 5272">
                <a:extLst>
                  <a:ext uri="{FF2B5EF4-FFF2-40B4-BE49-F238E27FC236}">
                    <a16:creationId xmlns:a16="http://schemas.microsoft.com/office/drawing/2014/main" id="{949EC9B1-511F-30C6-C7AA-E45D7FD3EE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3314" y="2415525"/>
                <a:ext cx="0" cy="3170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74" name="直线箭头连接符 5273">
                <a:extLst>
                  <a:ext uri="{FF2B5EF4-FFF2-40B4-BE49-F238E27FC236}">
                    <a16:creationId xmlns:a16="http://schemas.microsoft.com/office/drawing/2014/main" id="{10E1FD2B-71C7-4203-11EF-72511C7EEB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71057" y="2411565"/>
                <a:ext cx="3043" cy="317003"/>
              </a:xfrm>
              <a:prstGeom prst="straightConnector1">
                <a:avLst/>
              </a:prstGeom>
              <a:ln w="47625" cmpd="sng">
                <a:solidFill>
                  <a:schemeClr val="tx1"/>
                </a:solidFill>
                <a:prstDash val="sysDot"/>
                <a:tailEnd type="stealth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275" name="图形 5274">
                <a:extLst>
                  <a:ext uri="{FF2B5EF4-FFF2-40B4-BE49-F238E27FC236}">
                    <a16:creationId xmlns:a16="http://schemas.microsoft.com/office/drawing/2014/main" id="{C067E252-F1D5-8BE0-5E43-292F25C67D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/>
              </a:stretch>
            </p:blipFill>
            <p:spPr>
              <a:xfrm rot="10800000" flipV="1">
                <a:off x="3562390" y="2480594"/>
                <a:ext cx="152038" cy="152038"/>
              </a:xfrm>
              <a:prstGeom prst="rect">
                <a:avLst/>
              </a:prstGeom>
            </p:spPr>
          </p:pic>
          <p:pic>
            <p:nvPicPr>
              <p:cNvPr id="5276" name="图形 5275">
                <a:extLst>
                  <a:ext uri="{FF2B5EF4-FFF2-40B4-BE49-F238E27FC236}">
                    <a16:creationId xmlns:a16="http://schemas.microsoft.com/office/drawing/2014/main" id="{A25CD188-33AF-BCB1-0514-3173F55D48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tretch>
                <a:fillRect/>
              </a:stretch>
            </p:blipFill>
            <p:spPr>
              <a:xfrm rot="11433366" flipV="1">
                <a:off x="4390742" y="2495637"/>
                <a:ext cx="147771" cy="147771"/>
              </a:xfrm>
              <a:prstGeom prst="rect">
                <a:avLst/>
              </a:prstGeom>
            </p:spPr>
          </p:pic>
          <p:cxnSp>
            <p:nvCxnSpPr>
              <p:cNvPr id="5277" name="直线箭头连接符 5276">
                <a:extLst>
                  <a:ext uri="{FF2B5EF4-FFF2-40B4-BE49-F238E27FC236}">
                    <a16:creationId xmlns:a16="http://schemas.microsoft.com/office/drawing/2014/main" id="{2F167ACF-9D1D-FEFD-5B10-30B66ED969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340758" y="2423889"/>
                <a:ext cx="3043" cy="317003"/>
              </a:xfrm>
              <a:prstGeom prst="straightConnector1">
                <a:avLst/>
              </a:prstGeom>
              <a:ln w="47625" cmpd="sng">
                <a:solidFill>
                  <a:schemeClr val="tx1"/>
                </a:solidFill>
                <a:prstDash val="sysDot"/>
                <a:tailEnd type="stealth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78" name="直线箭头连接符 5277">
                <a:extLst>
                  <a:ext uri="{FF2B5EF4-FFF2-40B4-BE49-F238E27FC236}">
                    <a16:creationId xmlns:a16="http://schemas.microsoft.com/office/drawing/2014/main" id="{10C8EE69-883D-45B9-F148-983244CE2B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07073" y="2423889"/>
                <a:ext cx="0" cy="3170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79" name="直线箭头连接符 5278">
                <a:extLst>
                  <a:ext uri="{FF2B5EF4-FFF2-40B4-BE49-F238E27FC236}">
                    <a16:creationId xmlns:a16="http://schemas.microsoft.com/office/drawing/2014/main" id="{829B17EF-669F-4D55-1433-412C5333D07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637580" y="2407171"/>
                <a:ext cx="3043" cy="317003"/>
              </a:xfrm>
              <a:prstGeom prst="straightConnector1">
                <a:avLst/>
              </a:prstGeom>
              <a:ln w="25400" cmpd="sng">
                <a:solidFill>
                  <a:schemeClr val="tx1"/>
                </a:solidFill>
                <a:prstDash val="sysDot"/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280" name="图形 5279">
                <a:extLst>
                  <a:ext uri="{FF2B5EF4-FFF2-40B4-BE49-F238E27FC236}">
                    <a16:creationId xmlns:a16="http://schemas.microsoft.com/office/drawing/2014/main" id="{286B30B9-5551-FB36-221A-0AF095EBF5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4"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p:blipFill>
            <p:spPr>
              <a:xfrm>
                <a:off x="5294213" y="2489487"/>
                <a:ext cx="173375" cy="173375"/>
              </a:xfrm>
              <a:prstGeom prst="rect">
                <a:avLst/>
              </a:prstGeom>
            </p:spPr>
          </p:pic>
          <p:sp>
            <p:nvSpPr>
              <p:cNvPr id="5281" name="空心弧 5280">
                <a:extLst>
                  <a:ext uri="{FF2B5EF4-FFF2-40B4-BE49-F238E27FC236}">
                    <a16:creationId xmlns:a16="http://schemas.microsoft.com/office/drawing/2014/main" id="{A874E76A-9E7C-7E95-89E7-114F30FB4D5E}"/>
                  </a:ext>
                </a:extLst>
              </p:cNvPr>
              <p:cNvSpPr/>
              <p:nvPr/>
            </p:nvSpPr>
            <p:spPr>
              <a:xfrm>
                <a:off x="4648010" y="2327842"/>
                <a:ext cx="870178" cy="177107"/>
              </a:xfrm>
              <a:prstGeom prst="blockArc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82" name="空心弧 5281">
                <a:extLst>
                  <a:ext uri="{FF2B5EF4-FFF2-40B4-BE49-F238E27FC236}">
                    <a16:creationId xmlns:a16="http://schemas.microsoft.com/office/drawing/2014/main" id="{19478FE0-BE9E-3562-274D-BC06CCBC4D57}"/>
                  </a:ext>
                </a:extLst>
              </p:cNvPr>
              <p:cNvSpPr/>
              <p:nvPr/>
            </p:nvSpPr>
            <p:spPr>
              <a:xfrm>
                <a:off x="3835110" y="2337669"/>
                <a:ext cx="731366" cy="190004"/>
              </a:xfrm>
              <a:prstGeom prst="blockArc">
                <a:avLst>
                  <a:gd name="adj1" fmla="val 10918671"/>
                  <a:gd name="adj2" fmla="val 47929"/>
                  <a:gd name="adj3" fmla="val 15667"/>
                </a:avLst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83" name="矩形 5282">
                <a:extLst>
                  <a:ext uri="{FF2B5EF4-FFF2-40B4-BE49-F238E27FC236}">
                    <a16:creationId xmlns:a16="http://schemas.microsoft.com/office/drawing/2014/main" id="{0D084B7F-B36D-D073-1EAE-29334140DF4F}"/>
                  </a:ext>
                </a:extLst>
              </p:cNvPr>
              <p:cNvSpPr/>
              <p:nvPr/>
            </p:nvSpPr>
            <p:spPr>
              <a:xfrm>
                <a:off x="3523194" y="2131009"/>
                <a:ext cx="956250" cy="1534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Interact with users</a:t>
                </a:r>
                <a:endParaRPr kumimoji="1" lang="zh-CN" altLang="en-US" sz="12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84" name="矩形 5283">
                <a:extLst>
                  <a:ext uri="{FF2B5EF4-FFF2-40B4-BE49-F238E27FC236}">
                    <a16:creationId xmlns:a16="http://schemas.microsoft.com/office/drawing/2014/main" id="{6B08406F-13C0-403A-FC7E-4B138422E54C}"/>
                  </a:ext>
                </a:extLst>
              </p:cNvPr>
              <p:cNvSpPr/>
              <p:nvPr/>
            </p:nvSpPr>
            <p:spPr>
              <a:xfrm>
                <a:off x="4521786" y="2131009"/>
                <a:ext cx="805367" cy="1534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Task reasoning</a:t>
                </a:r>
                <a:endParaRPr kumimoji="1" lang="zh-CN" altLang="en-US" sz="12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85" name="矩形 5284">
                <a:extLst>
                  <a:ext uri="{FF2B5EF4-FFF2-40B4-BE49-F238E27FC236}">
                    <a16:creationId xmlns:a16="http://schemas.microsoft.com/office/drawing/2014/main" id="{6DF2E70E-404B-25A8-F01A-879B7486523C}"/>
                  </a:ext>
                </a:extLst>
              </p:cNvPr>
              <p:cNvSpPr/>
              <p:nvPr/>
            </p:nvSpPr>
            <p:spPr>
              <a:xfrm>
                <a:off x="5370076" y="2131009"/>
                <a:ext cx="658093" cy="1534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Tool calling</a:t>
                </a:r>
                <a:endParaRPr kumimoji="1" lang="zh-CN" altLang="en-US" sz="12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86" name="矩形 5285">
                <a:extLst>
                  <a:ext uri="{FF2B5EF4-FFF2-40B4-BE49-F238E27FC236}">
                    <a16:creationId xmlns:a16="http://schemas.microsoft.com/office/drawing/2014/main" id="{2AD80A73-BFDA-EA16-83FA-463B2C423CDC}"/>
                  </a:ext>
                </a:extLst>
              </p:cNvPr>
              <p:cNvSpPr/>
              <p:nvPr/>
            </p:nvSpPr>
            <p:spPr>
              <a:xfrm>
                <a:off x="6069171" y="2131009"/>
                <a:ext cx="937666" cy="1534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Data transmission</a:t>
                </a:r>
                <a:endParaRPr kumimoji="1" lang="zh-CN" altLang="en-US" sz="12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87" name="空心弧 5286">
                <a:extLst>
                  <a:ext uri="{FF2B5EF4-FFF2-40B4-BE49-F238E27FC236}">
                    <a16:creationId xmlns:a16="http://schemas.microsoft.com/office/drawing/2014/main" id="{CC245AA7-A251-891A-2A5B-8489DBDA7C12}"/>
                  </a:ext>
                </a:extLst>
              </p:cNvPr>
              <p:cNvSpPr/>
              <p:nvPr/>
            </p:nvSpPr>
            <p:spPr>
              <a:xfrm>
                <a:off x="5623628" y="2331515"/>
                <a:ext cx="322397" cy="153450"/>
              </a:xfrm>
              <a:prstGeom prst="blockArc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5288" name="直线箭头连接符 5287">
                <a:extLst>
                  <a:ext uri="{FF2B5EF4-FFF2-40B4-BE49-F238E27FC236}">
                    <a16:creationId xmlns:a16="http://schemas.microsoft.com/office/drawing/2014/main" id="{721F3A3C-6B9D-9288-4D8F-9DD3668EC6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22338" y="2417916"/>
                <a:ext cx="0" cy="3170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239" name="图片 5238">
              <a:extLst>
                <a:ext uri="{FF2B5EF4-FFF2-40B4-BE49-F238E27FC236}">
                  <a16:creationId xmlns:a16="http://schemas.microsoft.com/office/drawing/2014/main" id="{C520C8B1-E1C6-E2BE-9C11-DF5126493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276205" y="2559275"/>
              <a:ext cx="440897" cy="474503"/>
            </a:xfrm>
            <a:prstGeom prst="rect">
              <a:avLst/>
            </a:prstGeom>
          </p:spPr>
        </p:pic>
        <p:sp>
          <p:nvSpPr>
            <p:cNvPr id="5240" name="上下箭头 5239">
              <a:extLst>
                <a:ext uri="{FF2B5EF4-FFF2-40B4-BE49-F238E27FC236}">
                  <a16:creationId xmlns:a16="http://schemas.microsoft.com/office/drawing/2014/main" id="{F4F373B4-6C8F-C720-CD78-0EFDE54F9684}"/>
                </a:ext>
              </a:extLst>
            </p:cNvPr>
            <p:cNvSpPr/>
            <p:nvPr/>
          </p:nvSpPr>
          <p:spPr>
            <a:xfrm rot="5400000">
              <a:off x="723047" y="2651520"/>
              <a:ext cx="168559" cy="288353"/>
            </a:xfrm>
            <a:prstGeom prst="upDownArrow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98017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22B44-357D-BC30-C506-C6E828EF5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圆角矩形 164">
            <a:extLst>
              <a:ext uri="{FF2B5EF4-FFF2-40B4-BE49-F238E27FC236}">
                <a16:creationId xmlns:a16="http://schemas.microsoft.com/office/drawing/2014/main" id="{790422E6-7BBA-7AD5-3650-F819C1D54B3D}"/>
              </a:ext>
            </a:extLst>
          </p:cNvPr>
          <p:cNvSpPr/>
          <p:nvPr/>
        </p:nvSpPr>
        <p:spPr>
          <a:xfrm>
            <a:off x="7582538" y="4471928"/>
            <a:ext cx="2747972" cy="5917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62C616C-67C4-B90B-FEBD-D6F432147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097" y="376818"/>
            <a:ext cx="10515600" cy="848908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3D1B65D-2E23-46FC-49AA-E07528212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0CBA-2EFE-6B43-904B-8F092F4680CE}" type="slidenum">
              <a:rPr kumimoji="1" lang="zh-CN" altLang="en-US" smtClean="0"/>
              <a:t>5</a:t>
            </a:fld>
            <a:endParaRPr kumimoji="1" lang="zh-CN" altLang="en-US" dirty="0"/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471CEA60-28DD-AABB-BFD3-816AF9E60CC3}"/>
              </a:ext>
            </a:extLst>
          </p:cNvPr>
          <p:cNvSpPr txBox="1"/>
          <p:nvPr/>
        </p:nvSpPr>
        <p:spPr>
          <a:xfrm>
            <a:off x="639817" y="1419213"/>
            <a:ext cx="10912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Agents handling </a:t>
            </a:r>
            <a:r>
              <a:rPr lang="en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general-purpose</a:t>
            </a:r>
            <a:r>
              <a:rPr lang="en" altLang="zh-CN" sz="2000" dirty="0">
                <a:solidFill>
                  <a:srgbClr val="0D1239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, </a:t>
            </a:r>
            <a:r>
              <a:rPr lang="en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data-intensive </a:t>
            </a:r>
            <a:r>
              <a:rPr lang="en" altLang="zh-CN" sz="2000" dirty="0"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tasks can be highly problematic.</a:t>
            </a: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 </a:t>
            </a:r>
          </a:p>
        </p:txBody>
      </p:sp>
      <p:sp>
        <p:nvSpPr>
          <p:cNvPr id="250" name="文本框 249">
            <a:extLst>
              <a:ext uri="{FF2B5EF4-FFF2-40B4-BE49-F238E27FC236}">
                <a16:creationId xmlns:a16="http://schemas.microsoft.com/office/drawing/2014/main" id="{0EA9F9DC-CD1C-139A-E3F0-8AEEDECB66B7}"/>
              </a:ext>
            </a:extLst>
          </p:cNvPr>
          <p:cNvSpPr txBox="1"/>
          <p:nvPr/>
        </p:nvSpPr>
        <p:spPr>
          <a:xfrm>
            <a:off x="6618299" y="1990005"/>
            <a:ext cx="3650703" cy="128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Coarse-Grained Tooling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Privilege-Unaware Planning</a:t>
            </a:r>
            <a:endParaRPr lang="en-US" altLang="zh-CN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Wingdings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Wingdings" pitchFamily="2" charset="2"/>
            </a:endParaRP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8B298BE3-7EFE-390F-879D-932BDDD61E1B}"/>
              </a:ext>
            </a:extLst>
          </p:cNvPr>
          <p:cNvSpPr/>
          <p:nvPr/>
        </p:nvSpPr>
        <p:spPr>
          <a:xfrm>
            <a:off x="7120562" y="3314142"/>
            <a:ext cx="288000" cy="288000"/>
          </a:xfrm>
          <a:prstGeom prst="ellipse">
            <a:avLst/>
          </a:prstGeom>
          <a:solidFill>
            <a:srgbClr val="FBE6D8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30AFD62B-E059-FDBC-6517-3036736310E6}"/>
              </a:ext>
            </a:extLst>
          </p:cNvPr>
          <p:cNvSpPr/>
          <p:nvPr/>
        </p:nvSpPr>
        <p:spPr>
          <a:xfrm>
            <a:off x="7820550" y="3314142"/>
            <a:ext cx="288000" cy="288000"/>
          </a:xfrm>
          <a:prstGeom prst="ellipse">
            <a:avLst/>
          </a:prstGeom>
          <a:solidFill>
            <a:srgbClr val="FBE6D8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3" name="椭圆 112">
            <a:extLst>
              <a:ext uri="{FF2B5EF4-FFF2-40B4-BE49-F238E27FC236}">
                <a16:creationId xmlns:a16="http://schemas.microsoft.com/office/drawing/2014/main" id="{4D581EB2-D2CD-8427-8DC4-E9A9B92CC8E2}"/>
              </a:ext>
            </a:extLst>
          </p:cNvPr>
          <p:cNvSpPr/>
          <p:nvPr/>
        </p:nvSpPr>
        <p:spPr>
          <a:xfrm>
            <a:off x="8477231" y="3314142"/>
            <a:ext cx="288000" cy="288000"/>
          </a:xfrm>
          <a:prstGeom prst="ellipse">
            <a:avLst/>
          </a:prstGeom>
          <a:solidFill>
            <a:srgbClr val="FBE6D8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8" name="直线箭头连接符 117">
            <a:extLst>
              <a:ext uri="{FF2B5EF4-FFF2-40B4-BE49-F238E27FC236}">
                <a16:creationId xmlns:a16="http://schemas.microsoft.com/office/drawing/2014/main" id="{9AC04240-3B0B-AC97-8F30-DAD94736BC8E}"/>
              </a:ext>
            </a:extLst>
          </p:cNvPr>
          <p:cNvCxnSpPr>
            <a:cxnSpLocks/>
          </p:cNvCxnSpPr>
          <p:nvPr/>
        </p:nvCxnSpPr>
        <p:spPr>
          <a:xfrm>
            <a:off x="7408562" y="3458142"/>
            <a:ext cx="411988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线箭头连接符 118">
            <a:extLst>
              <a:ext uri="{FF2B5EF4-FFF2-40B4-BE49-F238E27FC236}">
                <a16:creationId xmlns:a16="http://schemas.microsoft.com/office/drawing/2014/main" id="{95E5229B-89FE-493B-3EF9-576F86378519}"/>
              </a:ext>
            </a:extLst>
          </p:cNvPr>
          <p:cNvCxnSpPr>
            <a:cxnSpLocks/>
          </p:cNvCxnSpPr>
          <p:nvPr/>
        </p:nvCxnSpPr>
        <p:spPr>
          <a:xfrm>
            <a:off x="8108550" y="3458142"/>
            <a:ext cx="368681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椭圆 121">
            <a:extLst>
              <a:ext uri="{FF2B5EF4-FFF2-40B4-BE49-F238E27FC236}">
                <a16:creationId xmlns:a16="http://schemas.microsoft.com/office/drawing/2014/main" id="{DA7B8DB4-303D-841E-B826-1C2289C47FD3}"/>
              </a:ext>
            </a:extLst>
          </p:cNvPr>
          <p:cNvSpPr/>
          <p:nvPr/>
        </p:nvSpPr>
        <p:spPr>
          <a:xfrm>
            <a:off x="9133912" y="3295784"/>
            <a:ext cx="288000" cy="288000"/>
          </a:xfrm>
          <a:prstGeom prst="ellipse">
            <a:avLst/>
          </a:prstGeom>
          <a:solidFill>
            <a:srgbClr val="FBE6D8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67BFF884-B11F-4E9A-A724-CE8FD372F96D}"/>
              </a:ext>
            </a:extLst>
          </p:cNvPr>
          <p:cNvSpPr/>
          <p:nvPr/>
        </p:nvSpPr>
        <p:spPr>
          <a:xfrm>
            <a:off x="9833900" y="3295784"/>
            <a:ext cx="288000" cy="288000"/>
          </a:xfrm>
          <a:prstGeom prst="ellipse">
            <a:avLst/>
          </a:prstGeom>
          <a:solidFill>
            <a:srgbClr val="FBE6D8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25" name="直线箭头连接符 124">
            <a:extLst>
              <a:ext uri="{FF2B5EF4-FFF2-40B4-BE49-F238E27FC236}">
                <a16:creationId xmlns:a16="http://schemas.microsoft.com/office/drawing/2014/main" id="{C4307065-FDC1-E016-A28A-66A967EF67B4}"/>
              </a:ext>
            </a:extLst>
          </p:cNvPr>
          <p:cNvCxnSpPr>
            <a:cxnSpLocks/>
          </p:cNvCxnSpPr>
          <p:nvPr/>
        </p:nvCxnSpPr>
        <p:spPr>
          <a:xfrm>
            <a:off x="9421912" y="3439784"/>
            <a:ext cx="411988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线箭头连接符 126">
            <a:extLst>
              <a:ext uri="{FF2B5EF4-FFF2-40B4-BE49-F238E27FC236}">
                <a16:creationId xmlns:a16="http://schemas.microsoft.com/office/drawing/2014/main" id="{E04B95EF-0859-9146-439F-C4E0A4F4907D}"/>
              </a:ext>
            </a:extLst>
          </p:cNvPr>
          <p:cNvCxnSpPr>
            <a:cxnSpLocks/>
          </p:cNvCxnSpPr>
          <p:nvPr/>
        </p:nvCxnSpPr>
        <p:spPr>
          <a:xfrm>
            <a:off x="8765231" y="3439784"/>
            <a:ext cx="368681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文本框 130">
            <a:extLst>
              <a:ext uri="{FF2B5EF4-FFF2-40B4-BE49-F238E27FC236}">
                <a16:creationId xmlns:a16="http://schemas.microsoft.com/office/drawing/2014/main" id="{1C4679C3-0D90-61BA-94D5-69CED2520674}"/>
              </a:ext>
            </a:extLst>
          </p:cNvPr>
          <p:cNvSpPr txBox="1"/>
          <p:nvPr/>
        </p:nvSpPr>
        <p:spPr>
          <a:xfrm>
            <a:off x="9746187" y="3123007"/>
            <a:ext cx="912788" cy="591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❌</a:t>
            </a: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609C982D-72CE-FF96-5907-514D1B49F1AF}"/>
              </a:ext>
            </a:extLst>
          </p:cNvPr>
          <p:cNvSpPr txBox="1"/>
          <p:nvPr/>
        </p:nvSpPr>
        <p:spPr>
          <a:xfrm>
            <a:off x="8943623" y="3644145"/>
            <a:ext cx="2077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  <a:sym typeface="Wingdings" pitchFamily="2" charset="2"/>
              </a:rPr>
              <a:t>reject by DB engine</a:t>
            </a:r>
          </a:p>
        </p:txBody>
      </p:sp>
      <p:sp>
        <p:nvSpPr>
          <p:cNvPr id="133" name="椭圆 132">
            <a:extLst>
              <a:ext uri="{FF2B5EF4-FFF2-40B4-BE49-F238E27FC236}">
                <a16:creationId xmlns:a16="http://schemas.microsoft.com/office/drawing/2014/main" id="{FE441706-00D7-A6DA-3DDB-EEF30B084E72}"/>
              </a:ext>
            </a:extLst>
          </p:cNvPr>
          <p:cNvSpPr/>
          <p:nvPr/>
        </p:nvSpPr>
        <p:spPr>
          <a:xfrm>
            <a:off x="7144831" y="4642191"/>
            <a:ext cx="288000" cy="288000"/>
          </a:xfrm>
          <a:prstGeom prst="ellipse">
            <a:avLst/>
          </a:prstGeom>
          <a:solidFill>
            <a:srgbClr val="FBE6D8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5" name="椭圆 134">
            <a:extLst>
              <a:ext uri="{FF2B5EF4-FFF2-40B4-BE49-F238E27FC236}">
                <a16:creationId xmlns:a16="http://schemas.microsoft.com/office/drawing/2014/main" id="{EC105924-1162-1EC7-6F99-1CFED0FA3F1A}"/>
              </a:ext>
            </a:extLst>
          </p:cNvPr>
          <p:cNvSpPr/>
          <p:nvPr/>
        </p:nvSpPr>
        <p:spPr>
          <a:xfrm>
            <a:off x="7844819" y="4642191"/>
            <a:ext cx="288000" cy="288000"/>
          </a:xfrm>
          <a:prstGeom prst="ellipse">
            <a:avLst/>
          </a:prstGeom>
          <a:solidFill>
            <a:srgbClr val="FBE6D8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8518244E-BB9D-F11F-D9BC-2310E8C8628A}"/>
              </a:ext>
            </a:extLst>
          </p:cNvPr>
          <p:cNvSpPr/>
          <p:nvPr/>
        </p:nvSpPr>
        <p:spPr>
          <a:xfrm>
            <a:off x="8501500" y="4642191"/>
            <a:ext cx="288000" cy="288000"/>
          </a:xfrm>
          <a:prstGeom prst="ellipse">
            <a:avLst/>
          </a:prstGeom>
          <a:solidFill>
            <a:srgbClr val="FBE6D8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37" name="直线箭头连接符 136">
            <a:extLst>
              <a:ext uri="{FF2B5EF4-FFF2-40B4-BE49-F238E27FC236}">
                <a16:creationId xmlns:a16="http://schemas.microsoft.com/office/drawing/2014/main" id="{58442953-F322-795A-81C2-FD69F6199031}"/>
              </a:ext>
            </a:extLst>
          </p:cNvPr>
          <p:cNvCxnSpPr>
            <a:cxnSpLocks/>
          </p:cNvCxnSpPr>
          <p:nvPr/>
        </p:nvCxnSpPr>
        <p:spPr>
          <a:xfrm>
            <a:off x="7432831" y="4786191"/>
            <a:ext cx="411988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EE100EF3-179B-37FF-B6E4-0D9CC5E4BF8E}"/>
              </a:ext>
            </a:extLst>
          </p:cNvPr>
          <p:cNvCxnSpPr>
            <a:cxnSpLocks/>
          </p:cNvCxnSpPr>
          <p:nvPr/>
        </p:nvCxnSpPr>
        <p:spPr>
          <a:xfrm>
            <a:off x="8132819" y="4786191"/>
            <a:ext cx="368681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椭圆 138">
            <a:extLst>
              <a:ext uri="{FF2B5EF4-FFF2-40B4-BE49-F238E27FC236}">
                <a16:creationId xmlns:a16="http://schemas.microsoft.com/office/drawing/2014/main" id="{8EDDF339-9381-C275-A742-C61A991A8EDC}"/>
              </a:ext>
            </a:extLst>
          </p:cNvPr>
          <p:cNvSpPr/>
          <p:nvPr/>
        </p:nvSpPr>
        <p:spPr>
          <a:xfrm>
            <a:off x="9158181" y="4623833"/>
            <a:ext cx="288000" cy="288000"/>
          </a:xfrm>
          <a:prstGeom prst="ellipse">
            <a:avLst/>
          </a:prstGeom>
          <a:solidFill>
            <a:srgbClr val="FBE6D8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0" name="椭圆 139">
            <a:extLst>
              <a:ext uri="{FF2B5EF4-FFF2-40B4-BE49-F238E27FC236}">
                <a16:creationId xmlns:a16="http://schemas.microsoft.com/office/drawing/2014/main" id="{54953045-09C2-7BC9-EB9A-936F0A4DD7EB}"/>
              </a:ext>
            </a:extLst>
          </p:cNvPr>
          <p:cNvSpPr/>
          <p:nvPr/>
        </p:nvSpPr>
        <p:spPr>
          <a:xfrm>
            <a:off x="9858169" y="4623833"/>
            <a:ext cx="288000" cy="288000"/>
          </a:xfrm>
          <a:prstGeom prst="ellipse">
            <a:avLst/>
          </a:prstGeom>
          <a:solidFill>
            <a:srgbClr val="FBE6D8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2" name="直线箭头连接符 141">
            <a:extLst>
              <a:ext uri="{FF2B5EF4-FFF2-40B4-BE49-F238E27FC236}">
                <a16:creationId xmlns:a16="http://schemas.microsoft.com/office/drawing/2014/main" id="{735C76FB-0139-2983-BA7B-86E2D0268EB5}"/>
              </a:ext>
            </a:extLst>
          </p:cNvPr>
          <p:cNvCxnSpPr>
            <a:cxnSpLocks/>
          </p:cNvCxnSpPr>
          <p:nvPr/>
        </p:nvCxnSpPr>
        <p:spPr>
          <a:xfrm>
            <a:off x="9446181" y="4767833"/>
            <a:ext cx="411988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箭头连接符 143">
            <a:extLst>
              <a:ext uri="{FF2B5EF4-FFF2-40B4-BE49-F238E27FC236}">
                <a16:creationId xmlns:a16="http://schemas.microsoft.com/office/drawing/2014/main" id="{A3B5E6CA-3604-18D4-76AC-3B03482B43CC}"/>
              </a:ext>
            </a:extLst>
          </p:cNvPr>
          <p:cNvCxnSpPr>
            <a:cxnSpLocks/>
          </p:cNvCxnSpPr>
          <p:nvPr/>
        </p:nvCxnSpPr>
        <p:spPr>
          <a:xfrm>
            <a:off x="8789500" y="4767833"/>
            <a:ext cx="368681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曲线连接符 147">
            <a:extLst>
              <a:ext uri="{FF2B5EF4-FFF2-40B4-BE49-F238E27FC236}">
                <a16:creationId xmlns:a16="http://schemas.microsoft.com/office/drawing/2014/main" id="{38F2AD84-C40E-7712-4A8B-E9D992A83D5E}"/>
              </a:ext>
            </a:extLst>
          </p:cNvPr>
          <p:cNvCxnSpPr>
            <a:cxnSpLocks/>
            <a:stCxn id="140" idx="4"/>
            <a:endCxn id="150" idx="0"/>
          </p:cNvCxnSpPr>
          <p:nvPr/>
        </p:nvCxnSpPr>
        <p:spPr>
          <a:xfrm rot="5400000">
            <a:off x="8735291" y="4165361"/>
            <a:ext cx="520406" cy="2013350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椭圆 149">
            <a:extLst>
              <a:ext uri="{FF2B5EF4-FFF2-40B4-BE49-F238E27FC236}">
                <a16:creationId xmlns:a16="http://schemas.microsoft.com/office/drawing/2014/main" id="{0D1B8441-9BBC-9AB4-95CE-A8CF7EA38127}"/>
              </a:ext>
            </a:extLst>
          </p:cNvPr>
          <p:cNvSpPr/>
          <p:nvPr/>
        </p:nvSpPr>
        <p:spPr>
          <a:xfrm>
            <a:off x="7844819" y="5432239"/>
            <a:ext cx="288000" cy="288000"/>
          </a:xfrm>
          <a:prstGeom prst="ellipse">
            <a:avLst/>
          </a:prstGeom>
          <a:solidFill>
            <a:srgbClr val="FBE6D8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1" name="椭圆 150">
            <a:extLst>
              <a:ext uri="{FF2B5EF4-FFF2-40B4-BE49-F238E27FC236}">
                <a16:creationId xmlns:a16="http://schemas.microsoft.com/office/drawing/2014/main" id="{0BFC4A21-86E4-9E8F-3BAB-45B49FC0D0F1}"/>
              </a:ext>
            </a:extLst>
          </p:cNvPr>
          <p:cNvSpPr/>
          <p:nvPr/>
        </p:nvSpPr>
        <p:spPr>
          <a:xfrm>
            <a:off x="8501500" y="5432239"/>
            <a:ext cx="288000" cy="288000"/>
          </a:xfrm>
          <a:prstGeom prst="ellipse">
            <a:avLst/>
          </a:prstGeom>
          <a:solidFill>
            <a:srgbClr val="FBE6D8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52" name="直线箭头连接符 151">
            <a:extLst>
              <a:ext uri="{FF2B5EF4-FFF2-40B4-BE49-F238E27FC236}">
                <a16:creationId xmlns:a16="http://schemas.microsoft.com/office/drawing/2014/main" id="{88683EBC-2115-0911-DA34-00D40B3ED243}"/>
              </a:ext>
            </a:extLst>
          </p:cNvPr>
          <p:cNvCxnSpPr>
            <a:cxnSpLocks/>
          </p:cNvCxnSpPr>
          <p:nvPr/>
        </p:nvCxnSpPr>
        <p:spPr>
          <a:xfrm>
            <a:off x="8132819" y="5576239"/>
            <a:ext cx="368681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椭圆 152">
            <a:extLst>
              <a:ext uri="{FF2B5EF4-FFF2-40B4-BE49-F238E27FC236}">
                <a16:creationId xmlns:a16="http://schemas.microsoft.com/office/drawing/2014/main" id="{3399F5C5-5F19-8516-AA38-BBEA0AD13608}"/>
              </a:ext>
            </a:extLst>
          </p:cNvPr>
          <p:cNvSpPr/>
          <p:nvPr/>
        </p:nvSpPr>
        <p:spPr>
          <a:xfrm>
            <a:off x="9158181" y="5413881"/>
            <a:ext cx="288000" cy="288000"/>
          </a:xfrm>
          <a:prstGeom prst="ellipse">
            <a:avLst/>
          </a:prstGeom>
          <a:solidFill>
            <a:srgbClr val="FBE6D8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4" name="椭圆 153">
            <a:extLst>
              <a:ext uri="{FF2B5EF4-FFF2-40B4-BE49-F238E27FC236}">
                <a16:creationId xmlns:a16="http://schemas.microsoft.com/office/drawing/2014/main" id="{1264C46D-F2B9-980D-30B9-1DEB24F85970}"/>
              </a:ext>
            </a:extLst>
          </p:cNvPr>
          <p:cNvSpPr/>
          <p:nvPr/>
        </p:nvSpPr>
        <p:spPr>
          <a:xfrm>
            <a:off x="9858169" y="5413881"/>
            <a:ext cx="288000" cy="288000"/>
          </a:xfrm>
          <a:prstGeom prst="ellipse">
            <a:avLst/>
          </a:prstGeom>
          <a:solidFill>
            <a:srgbClr val="FBE6D8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5" name="椭圆 154">
            <a:extLst>
              <a:ext uri="{FF2B5EF4-FFF2-40B4-BE49-F238E27FC236}">
                <a16:creationId xmlns:a16="http://schemas.microsoft.com/office/drawing/2014/main" id="{616AEE48-B5E0-674A-483B-BD2E1BAEB80D}"/>
              </a:ext>
            </a:extLst>
          </p:cNvPr>
          <p:cNvSpPr/>
          <p:nvPr/>
        </p:nvSpPr>
        <p:spPr>
          <a:xfrm>
            <a:off x="10514850" y="5413881"/>
            <a:ext cx="288000" cy="288000"/>
          </a:xfrm>
          <a:prstGeom prst="ellipse">
            <a:avLst/>
          </a:prstGeom>
          <a:solidFill>
            <a:srgbClr val="FBE6D8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56" name="直线箭头连接符 155">
            <a:extLst>
              <a:ext uri="{FF2B5EF4-FFF2-40B4-BE49-F238E27FC236}">
                <a16:creationId xmlns:a16="http://schemas.microsoft.com/office/drawing/2014/main" id="{1AACF84B-727F-8FE0-9A11-631DE2DBC0FF}"/>
              </a:ext>
            </a:extLst>
          </p:cNvPr>
          <p:cNvCxnSpPr>
            <a:cxnSpLocks/>
          </p:cNvCxnSpPr>
          <p:nvPr/>
        </p:nvCxnSpPr>
        <p:spPr>
          <a:xfrm>
            <a:off x="9446181" y="5557881"/>
            <a:ext cx="411988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线箭头连接符 156">
            <a:extLst>
              <a:ext uri="{FF2B5EF4-FFF2-40B4-BE49-F238E27FC236}">
                <a16:creationId xmlns:a16="http://schemas.microsoft.com/office/drawing/2014/main" id="{5331D9F3-0ACA-C876-48EA-9338534FD9FB}"/>
              </a:ext>
            </a:extLst>
          </p:cNvPr>
          <p:cNvCxnSpPr>
            <a:cxnSpLocks/>
          </p:cNvCxnSpPr>
          <p:nvPr/>
        </p:nvCxnSpPr>
        <p:spPr>
          <a:xfrm>
            <a:off x="10146169" y="5557881"/>
            <a:ext cx="368681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线箭头连接符 157">
            <a:extLst>
              <a:ext uri="{FF2B5EF4-FFF2-40B4-BE49-F238E27FC236}">
                <a16:creationId xmlns:a16="http://schemas.microsoft.com/office/drawing/2014/main" id="{F2F0550E-D424-71EF-FA9C-EA751B275554}"/>
              </a:ext>
            </a:extLst>
          </p:cNvPr>
          <p:cNvCxnSpPr>
            <a:cxnSpLocks/>
          </p:cNvCxnSpPr>
          <p:nvPr/>
        </p:nvCxnSpPr>
        <p:spPr>
          <a:xfrm>
            <a:off x="8789500" y="5557881"/>
            <a:ext cx="368681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文本框 162">
            <a:extLst>
              <a:ext uri="{FF2B5EF4-FFF2-40B4-BE49-F238E27FC236}">
                <a16:creationId xmlns:a16="http://schemas.microsoft.com/office/drawing/2014/main" id="{989B7671-290C-E266-C988-7921ACB60DEF}"/>
              </a:ext>
            </a:extLst>
          </p:cNvPr>
          <p:cNvSpPr txBox="1"/>
          <p:nvPr/>
        </p:nvSpPr>
        <p:spPr>
          <a:xfrm>
            <a:off x="9763344" y="4471928"/>
            <a:ext cx="912788" cy="591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❌</a:t>
            </a:r>
          </a:p>
        </p:txBody>
      </p: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307AB897-1959-DC33-FFDB-2AF531AB0BFA}"/>
              </a:ext>
            </a:extLst>
          </p:cNvPr>
          <p:cNvGrpSpPr/>
          <p:nvPr/>
        </p:nvGrpSpPr>
        <p:grpSpPr>
          <a:xfrm>
            <a:off x="6802448" y="5883807"/>
            <a:ext cx="4761187" cy="369332"/>
            <a:chOff x="4794615" y="-179241"/>
            <a:chExt cx="4761187" cy="369332"/>
          </a:xfrm>
        </p:grpSpPr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BF3ED394-0258-DE50-0984-72FE97DDE46E}"/>
                </a:ext>
              </a:extLst>
            </p:cNvPr>
            <p:cNvSpPr txBox="1"/>
            <p:nvPr/>
          </p:nvSpPr>
          <p:spPr>
            <a:xfrm>
              <a:off x="4794615" y="-179241"/>
              <a:ext cx="476118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/>
              <a:r>
                <a:rPr lang="en" altLang="zh-CN" dirty="0">
                  <a:solidFill>
                    <a:srgbClr val="C00000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  <a:sym typeface="Wingdings" pitchFamily="2" charset="2"/>
                </a:rPr>
                <a:t>Wasted planning/tool calling resource</a:t>
              </a:r>
            </a:p>
          </p:txBody>
        </p:sp>
        <p:pic>
          <p:nvPicPr>
            <p:cNvPr id="168" name="图片 167">
              <a:extLst>
                <a:ext uri="{FF2B5EF4-FFF2-40B4-BE49-F238E27FC236}">
                  <a16:creationId xmlns:a16="http://schemas.microsoft.com/office/drawing/2014/main" id="{314305BC-4312-376B-7725-796B7FC7E8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90020" y="-147863"/>
              <a:ext cx="302892" cy="302892"/>
            </a:xfrm>
            <a:prstGeom prst="rect">
              <a:avLst/>
            </a:prstGeom>
          </p:spPr>
        </p:pic>
      </p:grpSp>
      <p:sp>
        <p:nvSpPr>
          <p:cNvPr id="169" name="文本框 168">
            <a:extLst>
              <a:ext uri="{FF2B5EF4-FFF2-40B4-BE49-F238E27FC236}">
                <a16:creationId xmlns:a16="http://schemas.microsoft.com/office/drawing/2014/main" id="{120B8AC4-4C84-6CF4-A936-60724B243D51}"/>
              </a:ext>
            </a:extLst>
          </p:cNvPr>
          <p:cNvSpPr txBox="1"/>
          <p:nvPr/>
        </p:nvSpPr>
        <p:spPr>
          <a:xfrm>
            <a:off x="6215482" y="2963168"/>
            <a:ext cx="2077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  <a:sym typeface="Wingdings" pitchFamily="2" charset="2"/>
              </a:rPr>
              <a:t>step</a:t>
            </a:r>
          </a:p>
        </p:txBody>
      </p:sp>
      <p:sp>
        <p:nvSpPr>
          <p:cNvPr id="171" name="下箭头 170">
            <a:extLst>
              <a:ext uri="{FF2B5EF4-FFF2-40B4-BE49-F238E27FC236}">
                <a16:creationId xmlns:a16="http://schemas.microsoft.com/office/drawing/2014/main" id="{68C4B1FD-B000-2F24-EE33-016352757E53}"/>
              </a:ext>
            </a:extLst>
          </p:cNvPr>
          <p:cNvSpPr/>
          <p:nvPr/>
        </p:nvSpPr>
        <p:spPr>
          <a:xfrm>
            <a:off x="8610600" y="3955603"/>
            <a:ext cx="178900" cy="327029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164" name="组合 5163">
            <a:extLst>
              <a:ext uri="{FF2B5EF4-FFF2-40B4-BE49-F238E27FC236}">
                <a16:creationId xmlns:a16="http://schemas.microsoft.com/office/drawing/2014/main" id="{6126E048-DB6D-00B5-59DB-2FE793FE74DF}"/>
              </a:ext>
            </a:extLst>
          </p:cNvPr>
          <p:cNvGrpSpPr/>
          <p:nvPr/>
        </p:nvGrpSpPr>
        <p:grpSpPr>
          <a:xfrm>
            <a:off x="41840" y="2076022"/>
            <a:ext cx="6678367" cy="4041337"/>
            <a:chOff x="-71050" y="2076022"/>
            <a:chExt cx="6678367" cy="4041337"/>
          </a:xfrm>
        </p:grpSpPr>
        <p:grpSp>
          <p:nvGrpSpPr>
            <p:cNvPr id="5165" name="组合 5164">
              <a:extLst>
                <a:ext uri="{FF2B5EF4-FFF2-40B4-BE49-F238E27FC236}">
                  <a16:creationId xmlns:a16="http://schemas.microsoft.com/office/drawing/2014/main" id="{76BE0C35-2F12-D6A1-9B6F-E7675AA9DA8A}"/>
                </a:ext>
              </a:extLst>
            </p:cNvPr>
            <p:cNvGrpSpPr/>
            <p:nvPr/>
          </p:nvGrpSpPr>
          <p:grpSpPr>
            <a:xfrm>
              <a:off x="-71050" y="2076022"/>
              <a:ext cx="6678367" cy="4041337"/>
              <a:chOff x="2853334" y="1787476"/>
              <a:chExt cx="4374904" cy="2374760"/>
            </a:xfrm>
          </p:grpSpPr>
          <p:sp>
            <p:nvSpPr>
              <p:cNvPr id="5168" name="圆角矩形 5167">
                <a:extLst>
                  <a:ext uri="{FF2B5EF4-FFF2-40B4-BE49-F238E27FC236}">
                    <a16:creationId xmlns:a16="http://schemas.microsoft.com/office/drawing/2014/main" id="{EC73CFCC-28B9-CEAA-585C-7D84C129E11B}"/>
                  </a:ext>
                </a:extLst>
              </p:cNvPr>
              <p:cNvSpPr/>
              <p:nvPr/>
            </p:nvSpPr>
            <p:spPr>
              <a:xfrm>
                <a:off x="4392775" y="2325740"/>
                <a:ext cx="805367" cy="497043"/>
              </a:xfrm>
              <a:prstGeom prst="roundRect">
                <a:avLst/>
              </a:prstGeom>
              <a:solidFill>
                <a:srgbClr val="FFEE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169" name="圆角矩形 5168">
                <a:extLst>
                  <a:ext uri="{FF2B5EF4-FFF2-40B4-BE49-F238E27FC236}">
                    <a16:creationId xmlns:a16="http://schemas.microsoft.com/office/drawing/2014/main" id="{299A1559-678C-7616-63C4-F4FD9924B454}"/>
                  </a:ext>
                </a:extLst>
              </p:cNvPr>
              <p:cNvSpPr/>
              <p:nvPr/>
            </p:nvSpPr>
            <p:spPr>
              <a:xfrm>
                <a:off x="5281799" y="2325739"/>
                <a:ext cx="529354" cy="497043"/>
              </a:xfrm>
              <a:prstGeom prst="roundRect">
                <a:avLst/>
              </a:prstGeom>
              <a:solidFill>
                <a:srgbClr val="FFEE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170" name="圆角矩形 5169">
                <a:extLst>
                  <a:ext uri="{FF2B5EF4-FFF2-40B4-BE49-F238E27FC236}">
                    <a16:creationId xmlns:a16="http://schemas.microsoft.com/office/drawing/2014/main" id="{85213F4A-4BE1-10BB-1ADB-5F357A43A08E}"/>
                  </a:ext>
                </a:extLst>
              </p:cNvPr>
              <p:cNvSpPr/>
              <p:nvPr/>
            </p:nvSpPr>
            <p:spPr>
              <a:xfrm>
                <a:off x="3545678" y="2325740"/>
                <a:ext cx="771248" cy="497043"/>
              </a:xfrm>
              <a:prstGeom prst="roundRect">
                <a:avLst/>
              </a:prstGeom>
              <a:solidFill>
                <a:srgbClr val="FFEE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171" name="文本框 5170">
                <a:extLst>
                  <a:ext uri="{FF2B5EF4-FFF2-40B4-BE49-F238E27FC236}">
                    <a16:creationId xmlns:a16="http://schemas.microsoft.com/office/drawing/2014/main" id="{46162914-33CC-FD0D-209C-DD8348836F32}"/>
                  </a:ext>
                </a:extLst>
              </p:cNvPr>
              <p:cNvSpPr txBox="1"/>
              <p:nvPr/>
            </p:nvSpPr>
            <p:spPr>
              <a:xfrm>
                <a:off x="4560557" y="2459317"/>
                <a:ext cx="781049" cy="27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Query data (</a:t>
                </a:r>
                <a:r>
                  <a:rPr lang="en-US" altLang="zh-CN" sz="12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MB/GB</a:t>
                </a:r>
                <a:r>
                  <a:rPr lang="en-US" altLang="zh-CN" sz="1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lang="zh-CN" altLang="en-US" sz="12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172" name="文本框 5171">
                <a:extLst>
                  <a:ext uri="{FF2B5EF4-FFF2-40B4-BE49-F238E27FC236}">
                    <a16:creationId xmlns:a16="http://schemas.microsoft.com/office/drawing/2014/main" id="{EBCD7E47-2558-AE2A-BC8F-5E6FB7A75F86}"/>
                  </a:ext>
                </a:extLst>
              </p:cNvPr>
              <p:cNvSpPr txBox="1"/>
              <p:nvPr/>
            </p:nvSpPr>
            <p:spPr>
              <a:xfrm>
                <a:off x="3784496" y="2457525"/>
                <a:ext cx="608777" cy="27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Simple</a:t>
                </a:r>
              </a:p>
              <a:p>
                <a:pPr algn="ctr"/>
                <a:r>
                  <a:rPr lang="en-US" altLang="zh-CN" sz="1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feedback</a:t>
                </a:r>
                <a:endParaRPr lang="zh-CN" altLang="en-US" sz="12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173" name="圆角矩形 5172">
                <a:extLst>
                  <a:ext uri="{FF2B5EF4-FFF2-40B4-BE49-F238E27FC236}">
                    <a16:creationId xmlns:a16="http://schemas.microsoft.com/office/drawing/2014/main" id="{3E9DC3B1-7639-8243-BB26-4150BBD58C37}"/>
                  </a:ext>
                </a:extLst>
              </p:cNvPr>
              <p:cNvSpPr/>
              <p:nvPr/>
            </p:nvSpPr>
            <p:spPr>
              <a:xfrm>
                <a:off x="6416695" y="2321296"/>
                <a:ext cx="562063" cy="497043"/>
              </a:xfrm>
              <a:prstGeom prst="roundRect">
                <a:avLst/>
              </a:prstGeom>
              <a:solidFill>
                <a:srgbClr val="FFEE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174" name="圆角矩形 5173">
                <a:extLst>
                  <a:ext uri="{FF2B5EF4-FFF2-40B4-BE49-F238E27FC236}">
                    <a16:creationId xmlns:a16="http://schemas.microsoft.com/office/drawing/2014/main" id="{8FBACBAB-3CF4-BC1B-60CE-ABA7D6321BCB}"/>
                  </a:ext>
                </a:extLst>
              </p:cNvPr>
              <p:cNvSpPr/>
              <p:nvPr/>
            </p:nvSpPr>
            <p:spPr>
              <a:xfrm>
                <a:off x="3476870" y="1956917"/>
                <a:ext cx="3583686" cy="456374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3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          </a:t>
                </a:r>
                <a:endParaRPr kumimoji="1" lang="en-US" altLang="zh-CN" sz="3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5175" name="直线箭头连接符 5174">
                <a:extLst>
                  <a:ext uri="{FF2B5EF4-FFF2-40B4-BE49-F238E27FC236}">
                    <a16:creationId xmlns:a16="http://schemas.microsoft.com/office/drawing/2014/main" id="{F0DB0FE8-369A-7B08-F7A5-0C9D967F2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34006" y="2420732"/>
                <a:ext cx="0" cy="3170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76" name="直线箭头连接符 5175">
                <a:extLst>
                  <a:ext uri="{FF2B5EF4-FFF2-40B4-BE49-F238E27FC236}">
                    <a16:creationId xmlns:a16="http://schemas.microsoft.com/office/drawing/2014/main" id="{7DED3FA7-9C9A-E7F3-764F-813699FFB4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54407" y="2417916"/>
                <a:ext cx="3043" cy="317003"/>
              </a:xfrm>
              <a:prstGeom prst="straightConnector1">
                <a:avLst/>
              </a:prstGeom>
              <a:ln w="25400" cmpd="sng">
                <a:solidFill>
                  <a:schemeClr val="tx1"/>
                </a:solidFill>
                <a:prstDash val="sysDot"/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77" name="直线箭头连接符 5176">
                <a:extLst>
                  <a:ext uri="{FF2B5EF4-FFF2-40B4-BE49-F238E27FC236}">
                    <a16:creationId xmlns:a16="http://schemas.microsoft.com/office/drawing/2014/main" id="{81AED267-9A0D-2A1B-FC97-4F5C9DCCE3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0506" y="2418140"/>
                <a:ext cx="0" cy="3170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78" name="直线箭头连接符 5177">
                <a:extLst>
                  <a:ext uri="{FF2B5EF4-FFF2-40B4-BE49-F238E27FC236}">
                    <a16:creationId xmlns:a16="http://schemas.microsoft.com/office/drawing/2014/main" id="{0120DE1E-8F8C-AFA8-36EE-9609CFCF00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825380" y="2420732"/>
                <a:ext cx="3043" cy="317003"/>
              </a:xfrm>
              <a:prstGeom prst="straightConnector1">
                <a:avLst/>
              </a:prstGeom>
              <a:ln w="25400" cmpd="sng">
                <a:solidFill>
                  <a:schemeClr val="tx1"/>
                </a:solidFill>
                <a:prstDash val="sysDot"/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79" name="空心弧 5178">
                <a:extLst>
                  <a:ext uri="{FF2B5EF4-FFF2-40B4-BE49-F238E27FC236}">
                    <a16:creationId xmlns:a16="http://schemas.microsoft.com/office/drawing/2014/main" id="{DBB33C57-C460-6EFC-58A0-23CE4FC9F69F}"/>
                  </a:ext>
                </a:extLst>
              </p:cNvPr>
              <p:cNvSpPr/>
              <p:nvPr/>
            </p:nvSpPr>
            <p:spPr>
              <a:xfrm>
                <a:off x="6336565" y="2338472"/>
                <a:ext cx="371643" cy="153450"/>
              </a:xfrm>
              <a:prstGeom prst="blockArc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180" name="文本框 5179">
                <a:extLst>
                  <a:ext uri="{FF2B5EF4-FFF2-40B4-BE49-F238E27FC236}">
                    <a16:creationId xmlns:a16="http://schemas.microsoft.com/office/drawing/2014/main" id="{8D9E2661-6D44-FF25-CA0A-46FECE1D5D52}"/>
                  </a:ext>
                </a:extLst>
              </p:cNvPr>
              <p:cNvSpPr txBox="1"/>
              <p:nvPr/>
            </p:nvSpPr>
            <p:spPr>
              <a:xfrm>
                <a:off x="5646764" y="2315760"/>
                <a:ext cx="998977" cy="415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4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…</a:t>
                </a:r>
                <a:endParaRPr lang="zh-CN" altLang="en-US" sz="4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181" name="组合 5180">
                <a:extLst>
                  <a:ext uri="{FF2B5EF4-FFF2-40B4-BE49-F238E27FC236}">
                    <a16:creationId xmlns:a16="http://schemas.microsoft.com/office/drawing/2014/main" id="{BA928945-95EB-A0B7-7E07-98F93614ACC5}"/>
                  </a:ext>
                </a:extLst>
              </p:cNvPr>
              <p:cNvGrpSpPr/>
              <p:nvPr/>
            </p:nvGrpSpPr>
            <p:grpSpPr>
              <a:xfrm>
                <a:off x="5065961" y="1787476"/>
                <a:ext cx="527352" cy="337152"/>
                <a:chOff x="7697060" y="1146174"/>
                <a:chExt cx="706418" cy="569047"/>
              </a:xfrm>
              <a:solidFill>
                <a:schemeClr val="bg1"/>
              </a:solidFill>
            </p:grpSpPr>
            <p:sp>
              <p:nvSpPr>
                <p:cNvPr id="5268" name="矩形 5267">
                  <a:extLst>
                    <a:ext uri="{FF2B5EF4-FFF2-40B4-BE49-F238E27FC236}">
                      <a16:creationId xmlns:a16="http://schemas.microsoft.com/office/drawing/2014/main" id="{82DBA19A-B638-AA46-5D58-980769D93071}"/>
                    </a:ext>
                  </a:extLst>
                </p:cNvPr>
                <p:cNvSpPr/>
                <p:nvPr/>
              </p:nvSpPr>
              <p:spPr>
                <a:xfrm>
                  <a:off x="7714204" y="1157398"/>
                  <a:ext cx="689274" cy="55289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3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pic>
              <p:nvPicPr>
                <p:cNvPr id="5269" name="Picture 4" descr="Llm Images – Browse 16,832 Stock Photos, Vectors, and Video | Adobe Stock">
                  <a:extLst>
                    <a:ext uri="{FF2B5EF4-FFF2-40B4-BE49-F238E27FC236}">
                      <a16:creationId xmlns:a16="http://schemas.microsoft.com/office/drawing/2014/main" id="{8E0C1A35-782D-BB86-C86D-04891B485D3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97060" y="1146174"/>
                  <a:ext cx="683951" cy="569047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5182" name="文本框 5181">
                <a:extLst>
                  <a:ext uri="{FF2B5EF4-FFF2-40B4-BE49-F238E27FC236}">
                    <a16:creationId xmlns:a16="http://schemas.microsoft.com/office/drawing/2014/main" id="{823176EA-7DEF-B619-A0F9-0A6A5B1E429A}"/>
                  </a:ext>
                </a:extLst>
              </p:cNvPr>
              <p:cNvSpPr txBox="1"/>
              <p:nvPr/>
            </p:nvSpPr>
            <p:spPr>
              <a:xfrm>
                <a:off x="2853334" y="2466620"/>
                <a:ext cx="998977" cy="180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Steps</a:t>
                </a:r>
                <a:endParaRPr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183" name="圆角矩形 5182">
                <a:extLst>
                  <a:ext uri="{FF2B5EF4-FFF2-40B4-BE49-F238E27FC236}">
                    <a16:creationId xmlns:a16="http://schemas.microsoft.com/office/drawing/2014/main" id="{04DCAEF9-F632-4F7A-6C47-20BCB9E413C5}"/>
                  </a:ext>
                </a:extLst>
              </p:cNvPr>
              <p:cNvSpPr/>
              <p:nvPr/>
            </p:nvSpPr>
            <p:spPr>
              <a:xfrm>
                <a:off x="3501245" y="2978215"/>
                <a:ext cx="2524085" cy="819025"/>
              </a:xfrm>
              <a:prstGeom prst="roundRect">
                <a:avLst>
                  <a:gd name="adj" fmla="val 11610"/>
                </a:avLst>
              </a:prstGeom>
              <a:noFill/>
              <a:ln w="190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3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          </a:t>
                </a:r>
                <a:endParaRPr kumimoji="1" lang="en-US" altLang="zh-CN" sz="3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184" name="圆角矩形 5183">
                <a:extLst>
                  <a:ext uri="{FF2B5EF4-FFF2-40B4-BE49-F238E27FC236}">
                    <a16:creationId xmlns:a16="http://schemas.microsoft.com/office/drawing/2014/main" id="{EFB993AD-A013-70AB-D835-3E37F2B6D6D9}"/>
                  </a:ext>
                </a:extLst>
              </p:cNvPr>
              <p:cNvSpPr/>
              <p:nvPr/>
            </p:nvSpPr>
            <p:spPr>
              <a:xfrm>
                <a:off x="3501246" y="2735137"/>
                <a:ext cx="3562353" cy="208757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Toolkits (MCP servers)</a:t>
                </a:r>
                <a:endParaRPr kumimoji="1" lang="zh-CN" alt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185" name="组合 5184">
                <a:extLst>
                  <a:ext uri="{FF2B5EF4-FFF2-40B4-BE49-F238E27FC236}">
                    <a16:creationId xmlns:a16="http://schemas.microsoft.com/office/drawing/2014/main" id="{305C551C-46AB-9F83-9EDD-DA5B3BB2516B}"/>
                  </a:ext>
                </a:extLst>
              </p:cNvPr>
              <p:cNvGrpSpPr/>
              <p:nvPr/>
            </p:nvGrpSpPr>
            <p:grpSpPr>
              <a:xfrm>
                <a:off x="3594807" y="3047763"/>
                <a:ext cx="2430523" cy="690445"/>
                <a:chOff x="5719938" y="7909659"/>
                <a:chExt cx="3044823" cy="878728"/>
              </a:xfrm>
            </p:grpSpPr>
            <p:sp>
              <p:nvSpPr>
                <p:cNvPr id="5222" name="文本框 5221">
                  <a:extLst>
                    <a:ext uri="{FF2B5EF4-FFF2-40B4-BE49-F238E27FC236}">
                      <a16:creationId xmlns:a16="http://schemas.microsoft.com/office/drawing/2014/main" id="{DBCCBC54-9BA6-7ABD-1BC0-B55D1087D660}"/>
                    </a:ext>
                  </a:extLst>
                </p:cNvPr>
                <p:cNvSpPr txBox="1"/>
                <p:nvPr/>
              </p:nvSpPr>
              <p:spPr>
                <a:xfrm>
                  <a:off x="6633870" y="8172876"/>
                  <a:ext cx="998977" cy="39162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8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x</a:t>
                  </a:r>
                  <a:endParaRPr lang="zh-CN" altLang="en-US" sz="2800" b="1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223" name="组合 5222">
                  <a:extLst>
                    <a:ext uri="{FF2B5EF4-FFF2-40B4-BE49-F238E27FC236}">
                      <a16:creationId xmlns:a16="http://schemas.microsoft.com/office/drawing/2014/main" id="{7FC52EB6-7644-F721-0075-05923596CB5E}"/>
                    </a:ext>
                  </a:extLst>
                </p:cNvPr>
                <p:cNvGrpSpPr/>
                <p:nvPr/>
              </p:nvGrpSpPr>
              <p:grpSpPr>
                <a:xfrm>
                  <a:off x="7227863" y="8087599"/>
                  <a:ext cx="467173" cy="505046"/>
                  <a:chOff x="8687810" y="5861894"/>
                  <a:chExt cx="467173" cy="505046"/>
                </a:xfrm>
              </p:grpSpPr>
              <p:sp>
                <p:nvSpPr>
                  <p:cNvPr id="5264" name="矩形 5263">
                    <a:extLst>
                      <a:ext uri="{FF2B5EF4-FFF2-40B4-BE49-F238E27FC236}">
                        <a16:creationId xmlns:a16="http://schemas.microsoft.com/office/drawing/2014/main" id="{CD3B777F-098B-E218-33C1-4F34875E2E8F}"/>
                      </a:ext>
                    </a:extLst>
                  </p:cNvPr>
                  <p:cNvSpPr/>
                  <p:nvPr/>
                </p:nvSpPr>
                <p:spPr>
                  <a:xfrm>
                    <a:off x="8725987" y="6005210"/>
                    <a:ext cx="392529" cy="101571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3600">
                      <a:solidFill>
                        <a:schemeClr val="bg2">
                          <a:lumMod val="90000"/>
                        </a:scheme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5265" name="组合 5264">
                    <a:extLst>
                      <a:ext uri="{FF2B5EF4-FFF2-40B4-BE49-F238E27FC236}">
                        <a16:creationId xmlns:a16="http://schemas.microsoft.com/office/drawing/2014/main" id="{484A2992-8B20-14C8-DE43-2F82EFD6E475}"/>
                      </a:ext>
                    </a:extLst>
                  </p:cNvPr>
                  <p:cNvGrpSpPr/>
                  <p:nvPr/>
                </p:nvGrpSpPr>
                <p:grpSpPr>
                  <a:xfrm>
                    <a:off x="8687810" y="5861894"/>
                    <a:ext cx="467173" cy="505046"/>
                    <a:chOff x="6204067" y="1439010"/>
                    <a:chExt cx="461625" cy="461625"/>
                  </a:xfrm>
                </p:grpSpPr>
                <p:sp>
                  <p:nvSpPr>
                    <p:cNvPr id="5266" name="矩形 5265">
                      <a:extLst>
                        <a:ext uri="{FF2B5EF4-FFF2-40B4-BE49-F238E27FC236}">
                          <a16:creationId xmlns:a16="http://schemas.microsoft.com/office/drawing/2014/main" id="{4D5447C8-3AD7-4637-2223-FFA0627D98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40077" y="1662843"/>
                      <a:ext cx="389323" cy="193826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5267" name="图形 5266">
                      <a:extLst>
                        <a:ext uri="{FF2B5EF4-FFF2-40B4-BE49-F238E27FC236}">
                          <a16:creationId xmlns:a16="http://schemas.microsoft.com/office/drawing/2014/main" id="{C5C3DD7C-9FB9-3973-0CBD-68B71F8438C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204067" y="1439010"/>
                      <a:ext cx="461625" cy="461625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5224" name="组合 5223">
                  <a:extLst>
                    <a:ext uri="{FF2B5EF4-FFF2-40B4-BE49-F238E27FC236}">
                      <a16:creationId xmlns:a16="http://schemas.microsoft.com/office/drawing/2014/main" id="{6EC96185-13EA-D175-0ABB-ACB1D7C8BF94}"/>
                    </a:ext>
                  </a:extLst>
                </p:cNvPr>
                <p:cNvGrpSpPr/>
                <p:nvPr/>
              </p:nvGrpSpPr>
              <p:grpSpPr>
                <a:xfrm>
                  <a:off x="7685396" y="8087407"/>
                  <a:ext cx="467173" cy="505046"/>
                  <a:chOff x="4886767" y="6619762"/>
                  <a:chExt cx="691704" cy="635894"/>
                </a:xfrm>
              </p:grpSpPr>
              <p:sp>
                <p:nvSpPr>
                  <p:cNvPr id="5260" name="矩形 5259">
                    <a:extLst>
                      <a:ext uri="{FF2B5EF4-FFF2-40B4-BE49-F238E27FC236}">
                        <a16:creationId xmlns:a16="http://schemas.microsoft.com/office/drawing/2014/main" id="{D78F5B3E-56DF-F7AE-18EF-E063206A1FF2}"/>
                      </a:ext>
                    </a:extLst>
                  </p:cNvPr>
                  <p:cNvSpPr/>
                  <p:nvPr/>
                </p:nvSpPr>
                <p:spPr>
                  <a:xfrm>
                    <a:off x="4935603" y="6780219"/>
                    <a:ext cx="583366" cy="274465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3600">
                      <a:solidFill>
                        <a:schemeClr val="bg2">
                          <a:lumMod val="90000"/>
                        </a:scheme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5261" name="组合 5260">
                    <a:extLst>
                      <a:ext uri="{FF2B5EF4-FFF2-40B4-BE49-F238E27FC236}">
                        <a16:creationId xmlns:a16="http://schemas.microsoft.com/office/drawing/2014/main" id="{667B97BC-DE34-678E-65D5-506D381A0FC9}"/>
                      </a:ext>
                    </a:extLst>
                  </p:cNvPr>
                  <p:cNvGrpSpPr/>
                  <p:nvPr/>
                </p:nvGrpSpPr>
                <p:grpSpPr>
                  <a:xfrm>
                    <a:off x="4886767" y="6619762"/>
                    <a:ext cx="691704" cy="635894"/>
                    <a:chOff x="6204067" y="1439010"/>
                    <a:chExt cx="461625" cy="461625"/>
                  </a:xfrm>
                </p:grpSpPr>
                <p:sp>
                  <p:nvSpPr>
                    <p:cNvPr id="5262" name="矩形 5261">
                      <a:extLst>
                        <a:ext uri="{FF2B5EF4-FFF2-40B4-BE49-F238E27FC236}">
                          <a16:creationId xmlns:a16="http://schemas.microsoft.com/office/drawing/2014/main" id="{B3667D8C-4E18-7DCD-C834-08BF67B901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40077" y="1657423"/>
                      <a:ext cx="389323" cy="199247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5263" name="图形 5262">
                      <a:extLst>
                        <a:ext uri="{FF2B5EF4-FFF2-40B4-BE49-F238E27FC236}">
                          <a16:creationId xmlns:a16="http://schemas.microsoft.com/office/drawing/2014/main" id="{1179ACFB-BD5E-0E03-23CE-037ACEF6F2E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204067" y="1439010"/>
                      <a:ext cx="461625" cy="461625"/>
                    </a:xfrm>
                    <a:prstGeom prst="rect">
                      <a:avLst/>
                    </a:prstGeom>
                  </p:spPr>
                </p:pic>
              </p:grpSp>
            </p:grpSp>
            <p:cxnSp>
              <p:nvCxnSpPr>
                <p:cNvPr id="5225" name="直线连接符 5224">
                  <a:extLst>
                    <a:ext uri="{FF2B5EF4-FFF2-40B4-BE49-F238E27FC236}">
                      <a16:creationId xmlns:a16="http://schemas.microsoft.com/office/drawing/2014/main" id="{7FEA0E23-01CA-0445-7593-26E84625D5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91009" y="8387472"/>
                  <a:ext cx="471354" cy="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226" name="组合 5225">
                  <a:extLst>
                    <a:ext uri="{FF2B5EF4-FFF2-40B4-BE49-F238E27FC236}">
                      <a16:creationId xmlns:a16="http://schemas.microsoft.com/office/drawing/2014/main" id="{4027C557-AD5A-C879-0033-E1BF69419A35}"/>
                    </a:ext>
                  </a:extLst>
                </p:cNvPr>
                <p:cNvGrpSpPr/>
                <p:nvPr/>
              </p:nvGrpSpPr>
              <p:grpSpPr>
                <a:xfrm>
                  <a:off x="8143579" y="8086837"/>
                  <a:ext cx="467173" cy="505046"/>
                  <a:chOff x="6204067" y="1439010"/>
                  <a:chExt cx="461625" cy="461625"/>
                </a:xfrm>
              </p:grpSpPr>
              <p:sp>
                <p:nvSpPr>
                  <p:cNvPr id="5258" name="矩形 5257">
                    <a:extLst>
                      <a:ext uri="{FF2B5EF4-FFF2-40B4-BE49-F238E27FC236}">
                        <a16:creationId xmlns:a16="http://schemas.microsoft.com/office/drawing/2014/main" id="{9E4B98B4-94A6-750B-DEDE-8DF761737583}"/>
                      </a:ext>
                    </a:extLst>
                  </p:cNvPr>
                  <p:cNvSpPr/>
                  <p:nvPr/>
                </p:nvSpPr>
                <p:spPr>
                  <a:xfrm>
                    <a:off x="6240077" y="1540611"/>
                    <a:ext cx="389323" cy="316581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3600">
                      <a:solidFill>
                        <a:schemeClr val="bg2">
                          <a:lumMod val="90000"/>
                        </a:scheme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pic>
                <p:nvPicPr>
                  <p:cNvPr id="5259" name="图形 5258">
                    <a:extLst>
                      <a:ext uri="{FF2B5EF4-FFF2-40B4-BE49-F238E27FC236}">
                        <a16:creationId xmlns:a16="http://schemas.microsoft.com/office/drawing/2014/main" id="{696F04C1-A9CE-455F-A83C-3D6203FFD99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204067" y="1439010"/>
                    <a:ext cx="461625" cy="461625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5227" name="组合 5226">
                  <a:extLst>
                    <a:ext uri="{FF2B5EF4-FFF2-40B4-BE49-F238E27FC236}">
                      <a16:creationId xmlns:a16="http://schemas.microsoft.com/office/drawing/2014/main" id="{665D6C3D-1005-7AB8-3515-5063A36C7C71}"/>
                    </a:ext>
                  </a:extLst>
                </p:cNvPr>
                <p:cNvGrpSpPr/>
                <p:nvPr/>
              </p:nvGrpSpPr>
              <p:grpSpPr>
                <a:xfrm>
                  <a:off x="7136272" y="7960960"/>
                  <a:ext cx="1628489" cy="206120"/>
                  <a:chOff x="7155234" y="8408724"/>
                  <a:chExt cx="1628489" cy="206120"/>
                </a:xfrm>
              </p:grpSpPr>
              <p:sp>
                <p:nvSpPr>
                  <p:cNvPr id="5254" name="文本框 5253">
                    <a:extLst>
                      <a:ext uri="{FF2B5EF4-FFF2-40B4-BE49-F238E27FC236}">
                        <a16:creationId xmlns:a16="http://schemas.microsoft.com/office/drawing/2014/main" id="{DC03C006-B33C-10FA-62D0-6FD4E8165807}"/>
                      </a:ext>
                    </a:extLst>
                  </p:cNvPr>
                  <p:cNvSpPr txBox="1"/>
                  <p:nvPr/>
                </p:nvSpPr>
                <p:spPr>
                  <a:xfrm>
                    <a:off x="7585022" y="8408724"/>
                    <a:ext cx="692066" cy="2061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kumimoji="1" lang="en-US" altLang="zh-CN" sz="12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DELETE</a:t>
                    </a:r>
                    <a:endParaRPr lang="zh-CN" altLang="en-US" sz="1200" dirty="0"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255" name="文本框 5254">
                    <a:extLst>
                      <a:ext uri="{FF2B5EF4-FFF2-40B4-BE49-F238E27FC236}">
                        <a16:creationId xmlns:a16="http://schemas.microsoft.com/office/drawing/2014/main" id="{9F072752-D6D8-9B1E-007E-35522E65E85E}"/>
                      </a:ext>
                    </a:extLst>
                  </p:cNvPr>
                  <p:cNvSpPr txBox="1"/>
                  <p:nvPr/>
                </p:nvSpPr>
                <p:spPr>
                  <a:xfrm>
                    <a:off x="8091657" y="8408724"/>
                    <a:ext cx="692066" cy="2061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kumimoji="1" lang="en-US" altLang="zh-CN" sz="12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DROP</a:t>
                    </a:r>
                    <a:endParaRPr lang="zh-CN" altLang="en-US" sz="1200" dirty="0"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pic>
                <p:nvPicPr>
                  <p:cNvPr id="5256" name="图形 5255">
                    <a:extLst>
                      <a:ext uri="{FF2B5EF4-FFF2-40B4-BE49-F238E27FC236}">
                        <a16:creationId xmlns:a16="http://schemas.microsoft.com/office/drawing/2014/main" id="{5878D079-9126-DD95-77DE-7FF3FD94F37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162363" y="8482213"/>
                    <a:ext cx="119487" cy="119487"/>
                  </a:xfrm>
                  <a:prstGeom prst="rect">
                    <a:avLst/>
                  </a:prstGeom>
                </p:spPr>
              </p:pic>
              <p:sp>
                <p:nvSpPr>
                  <p:cNvPr id="5257" name="文本框 5256">
                    <a:extLst>
                      <a:ext uri="{FF2B5EF4-FFF2-40B4-BE49-F238E27FC236}">
                        <a16:creationId xmlns:a16="http://schemas.microsoft.com/office/drawing/2014/main" id="{4F9485C4-580E-7F8C-3D20-EF2F36352425}"/>
                      </a:ext>
                    </a:extLst>
                  </p:cNvPr>
                  <p:cNvSpPr txBox="1"/>
                  <p:nvPr/>
                </p:nvSpPr>
                <p:spPr>
                  <a:xfrm>
                    <a:off x="7155234" y="8408724"/>
                    <a:ext cx="629636" cy="2061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kumimoji="1" lang="en-US" altLang="zh-CN" sz="12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SELECT</a:t>
                    </a:r>
                    <a:endParaRPr lang="zh-CN" altLang="en-US" sz="1200" dirty="0"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5228" name="文本框 5227">
                  <a:extLst>
                    <a:ext uri="{FF2B5EF4-FFF2-40B4-BE49-F238E27FC236}">
                      <a16:creationId xmlns:a16="http://schemas.microsoft.com/office/drawing/2014/main" id="{8230B69C-3B46-38C4-E187-D595BC9B721A}"/>
                    </a:ext>
                  </a:extLst>
                </p:cNvPr>
                <p:cNvSpPr txBox="1"/>
                <p:nvPr/>
              </p:nvSpPr>
              <p:spPr>
                <a:xfrm>
                  <a:off x="8131934" y="8256864"/>
                  <a:ext cx="482828" cy="30917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❌</a:t>
                  </a:r>
                  <a:endPara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229" name="文本框 5228">
                  <a:extLst>
                    <a:ext uri="{FF2B5EF4-FFF2-40B4-BE49-F238E27FC236}">
                      <a16:creationId xmlns:a16="http://schemas.microsoft.com/office/drawing/2014/main" id="{5EE33D0A-E130-554D-0B46-83167F47421B}"/>
                    </a:ext>
                  </a:extLst>
                </p:cNvPr>
                <p:cNvSpPr txBox="1"/>
                <p:nvPr/>
              </p:nvSpPr>
              <p:spPr>
                <a:xfrm>
                  <a:off x="7451028" y="8506467"/>
                  <a:ext cx="998977" cy="25319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16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Operations</a:t>
                  </a:r>
                  <a:endPara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230" name="文本框 5229">
                  <a:extLst>
                    <a:ext uri="{FF2B5EF4-FFF2-40B4-BE49-F238E27FC236}">
                      <a16:creationId xmlns:a16="http://schemas.microsoft.com/office/drawing/2014/main" id="{0291CB3E-C022-E1E6-FEBA-50D80B3A5A69}"/>
                    </a:ext>
                  </a:extLst>
                </p:cNvPr>
                <p:cNvSpPr txBox="1"/>
                <p:nvPr/>
              </p:nvSpPr>
              <p:spPr>
                <a:xfrm>
                  <a:off x="5922153" y="8506467"/>
                  <a:ext cx="998977" cy="25319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16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Objects</a:t>
                  </a:r>
                  <a:endPara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5231" name="组合 5230">
                  <a:extLst>
                    <a:ext uri="{FF2B5EF4-FFF2-40B4-BE49-F238E27FC236}">
                      <a16:creationId xmlns:a16="http://schemas.microsoft.com/office/drawing/2014/main" id="{181C8B22-0097-49CA-8089-9AD7C18E8CD3}"/>
                    </a:ext>
                  </a:extLst>
                </p:cNvPr>
                <p:cNvGrpSpPr/>
                <p:nvPr/>
              </p:nvGrpSpPr>
              <p:grpSpPr>
                <a:xfrm>
                  <a:off x="5786294" y="7916663"/>
                  <a:ext cx="607275" cy="701068"/>
                  <a:chOff x="9740059" y="6993733"/>
                  <a:chExt cx="607275" cy="701068"/>
                </a:xfrm>
              </p:grpSpPr>
              <p:grpSp>
                <p:nvGrpSpPr>
                  <p:cNvPr id="5245" name="组合 5244">
                    <a:extLst>
                      <a:ext uri="{FF2B5EF4-FFF2-40B4-BE49-F238E27FC236}">
                        <a16:creationId xmlns:a16="http://schemas.microsoft.com/office/drawing/2014/main" id="{E54526FD-5162-4615-1EE4-A22A9311B30C}"/>
                      </a:ext>
                    </a:extLst>
                  </p:cNvPr>
                  <p:cNvGrpSpPr/>
                  <p:nvPr/>
                </p:nvGrpSpPr>
                <p:grpSpPr>
                  <a:xfrm>
                    <a:off x="9740059" y="6993733"/>
                    <a:ext cx="467173" cy="505046"/>
                    <a:chOff x="7883189" y="7231499"/>
                    <a:chExt cx="467173" cy="505046"/>
                  </a:xfrm>
                </p:grpSpPr>
                <p:sp>
                  <p:nvSpPr>
                    <p:cNvPr id="5252" name="矩形 5251">
                      <a:extLst>
                        <a:ext uri="{FF2B5EF4-FFF2-40B4-BE49-F238E27FC236}">
                          <a16:creationId xmlns:a16="http://schemas.microsoft.com/office/drawing/2014/main" id="{55D7C598-1FB4-1390-0B8E-23376E48FB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19632" y="7374682"/>
                      <a:ext cx="394002" cy="313764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5253" name="图形 5252">
                      <a:extLst>
                        <a:ext uri="{FF2B5EF4-FFF2-40B4-BE49-F238E27FC236}">
                          <a16:creationId xmlns:a16="http://schemas.microsoft.com/office/drawing/2014/main" id="{EBE54DE9-B8F1-D411-DF83-17077C34EF2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883189" y="7231499"/>
                      <a:ext cx="467173" cy="50504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5246" name="组合 5245">
                    <a:extLst>
                      <a:ext uri="{FF2B5EF4-FFF2-40B4-BE49-F238E27FC236}">
                        <a16:creationId xmlns:a16="http://schemas.microsoft.com/office/drawing/2014/main" id="{EACD8A10-4397-94E4-A710-A10F7A628B85}"/>
                      </a:ext>
                    </a:extLst>
                  </p:cNvPr>
                  <p:cNvGrpSpPr/>
                  <p:nvPr/>
                </p:nvGrpSpPr>
                <p:grpSpPr>
                  <a:xfrm>
                    <a:off x="9810110" y="7085901"/>
                    <a:ext cx="467173" cy="505046"/>
                    <a:chOff x="7883189" y="7231499"/>
                    <a:chExt cx="467173" cy="505046"/>
                  </a:xfrm>
                </p:grpSpPr>
                <p:sp>
                  <p:nvSpPr>
                    <p:cNvPr id="5250" name="矩形 5249">
                      <a:extLst>
                        <a:ext uri="{FF2B5EF4-FFF2-40B4-BE49-F238E27FC236}">
                          <a16:creationId xmlns:a16="http://schemas.microsoft.com/office/drawing/2014/main" id="{E1E8FCB4-138F-9C11-6AA5-EC9C9B8D57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19632" y="7374682"/>
                      <a:ext cx="394002" cy="313764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5251" name="图形 5250">
                      <a:extLst>
                        <a:ext uri="{FF2B5EF4-FFF2-40B4-BE49-F238E27FC236}">
                          <a16:creationId xmlns:a16="http://schemas.microsoft.com/office/drawing/2014/main" id="{DD3E7E29-D436-0FB9-AE5A-F1A7EAB4622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883189" y="7231499"/>
                      <a:ext cx="467173" cy="50504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5247" name="组合 5246">
                    <a:extLst>
                      <a:ext uri="{FF2B5EF4-FFF2-40B4-BE49-F238E27FC236}">
                        <a16:creationId xmlns:a16="http://schemas.microsoft.com/office/drawing/2014/main" id="{A4C15CD5-180D-01BE-1050-E88BB7468D8D}"/>
                      </a:ext>
                    </a:extLst>
                  </p:cNvPr>
                  <p:cNvGrpSpPr/>
                  <p:nvPr/>
                </p:nvGrpSpPr>
                <p:grpSpPr>
                  <a:xfrm>
                    <a:off x="9880161" y="7189755"/>
                    <a:ext cx="467173" cy="505046"/>
                    <a:chOff x="7883189" y="7231499"/>
                    <a:chExt cx="467173" cy="505046"/>
                  </a:xfrm>
                </p:grpSpPr>
                <p:sp>
                  <p:nvSpPr>
                    <p:cNvPr id="5248" name="矩形 5247">
                      <a:extLst>
                        <a:ext uri="{FF2B5EF4-FFF2-40B4-BE49-F238E27FC236}">
                          <a16:creationId xmlns:a16="http://schemas.microsoft.com/office/drawing/2014/main" id="{A626BC03-E255-6D84-474F-D3E47BCDC4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19632" y="7374682"/>
                      <a:ext cx="394002" cy="313764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5249" name="图形 5248">
                      <a:extLst>
                        <a:ext uri="{FF2B5EF4-FFF2-40B4-BE49-F238E27FC236}">
                          <a16:creationId xmlns:a16="http://schemas.microsoft.com/office/drawing/2014/main" id="{689C759F-516B-8306-F78B-6AC8C1CB7BB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883189" y="7231499"/>
                      <a:ext cx="467173" cy="505046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5232" name="组合 5231">
                  <a:extLst>
                    <a:ext uri="{FF2B5EF4-FFF2-40B4-BE49-F238E27FC236}">
                      <a16:creationId xmlns:a16="http://schemas.microsoft.com/office/drawing/2014/main" id="{6F59BC85-FC0E-86E0-7DEF-9E6D326223E1}"/>
                    </a:ext>
                  </a:extLst>
                </p:cNvPr>
                <p:cNvGrpSpPr/>
                <p:nvPr/>
              </p:nvGrpSpPr>
              <p:grpSpPr>
                <a:xfrm>
                  <a:off x="6385199" y="7916663"/>
                  <a:ext cx="607275" cy="701068"/>
                  <a:chOff x="9740059" y="6993733"/>
                  <a:chExt cx="607275" cy="701068"/>
                </a:xfrm>
              </p:grpSpPr>
              <p:grpSp>
                <p:nvGrpSpPr>
                  <p:cNvPr id="5236" name="组合 5235">
                    <a:extLst>
                      <a:ext uri="{FF2B5EF4-FFF2-40B4-BE49-F238E27FC236}">
                        <a16:creationId xmlns:a16="http://schemas.microsoft.com/office/drawing/2014/main" id="{9E36C27E-ADF2-9098-22A5-B8F00CE1CEBE}"/>
                      </a:ext>
                    </a:extLst>
                  </p:cNvPr>
                  <p:cNvGrpSpPr/>
                  <p:nvPr/>
                </p:nvGrpSpPr>
                <p:grpSpPr>
                  <a:xfrm>
                    <a:off x="9740059" y="6993733"/>
                    <a:ext cx="467173" cy="505046"/>
                    <a:chOff x="7883189" y="7231499"/>
                    <a:chExt cx="467173" cy="505046"/>
                  </a:xfrm>
                </p:grpSpPr>
                <p:sp>
                  <p:nvSpPr>
                    <p:cNvPr id="5243" name="矩形 5242">
                      <a:extLst>
                        <a:ext uri="{FF2B5EF4-FFF2-40B4-BE49-F238E27FC236}">
                          <a16:creationId xmlns:a16="http://schemas.microsoft.com/office/drawing/2014/main" id="{BF7CBA37-549F-F3AC-0EEC-C35A3A0E9A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19632" y="7374682"/>
                      <a:ext cx="394002" cy="313764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5244" name="图形 5243">
                      <a:extLst>
                        <a:ext uri="{FF2B5EF4-FFF2-40B4-BE49-F238E27FC236}">
                          <a16:creationId xmlns:a16="http://schemas.microsoft.com/office/drawing/2014/main" id="{003643D0-0FED-25CD-C53C-B7AF0AEFB4D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883189" y="7231499"/>
                      <a:ext cx="467173" cy="50504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5237" name="组合 5236">
                    <a:extLst>
                      <a:ext uri="{FF2B5EF4-FFF2-40B4-BE49-F238E27FC236}">
                        <a16:creationId xmlns:a16="http://schemas.microsoft.com/office/drawing/2014/main" id="{618D89A8-7AA6-BEA0-361A-8FB7E518C09A}"/>
                      </a:ext>
                    </a:extLst>
                  </p:cNvPr>
                  <p:cNvGrpSpPr/>
                  <p:nvPr/>
                </p:nvGrpSpPr>
                <p:grpSpPr>
                  <a:xfrm>
                    <a:off x="9810110" y="7085901"/>
                    <a:ext cx="467173" cy="505046"/>
                    <a:chOff x="7883189" y="7231499"/>
                    <a:chExt cx="467173" cy="505046"/>
                  </a:xfrm>
                </p:grpSpPr>
                <p:sp>
                  <p:nvSpPr>
                    <p:cNvPr id="5241" name="矩形 5240">
                      <a:extLst>
                        <a:ext uri="{FF2B5EF4-FFF2-40B4-BE49-F238E27FC236}">
                          <a16:creationId xmlns:a16="http://schemas.microsoft.com/office/drawing/2014/main" id="{00711C42-C982-F75A-D13B-A6F6023EE8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19632" y="7374682"/>
                      <a:ext cx="394002" cy="313764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5242" name="图形 5241">
                      <a:extLst>
                        <a:ext uri="{FF2B5EF4-FFF2-40B4-BE49-F238E27FC236}">
                          <a16:creationId xmlns:a16="http://schemas.microsoft.com/office/drawing/2014/main" id="{BD8B33ED-BBC7-8711-1ACA-BC61C7DB92A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883189" y="7231499"/>
                      <a:ext cx="467173" cy="50504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5238" name="组合 5237">
                    <a:extLst>
                      <a:ext uri="{FF2B5EF4-FFF2-40B4-BE49-F238E27FC236}">
                        <a16:creationId xmlns:a16="http://schemas.microsoft.com/office/drawing/2014/main" id="{B2E44E63-D310-9EDD-606D-CD2F7F09C80A}"/>
                      </a:ext>
                    </a:extLst>
                  </p:cNvPr>
                  <p:cNvGrpSpPr/>
                  <p:nvPr/>
                </p:nvGrpSpPr>
                <p:grpSpPr>
                  <a:xfrm>
                    <a:off x="9880161" y="7189755"/>
                    <a:ext cx="467173" cy="505046"/>
                    <a:chOff x="7883189" y="7231499"/>
                    <a:chExt cx="467173" cy="505046"/>
                  </a:xfrm>
                </p:grpSpPr>
                <p:sp>
                  <p:nvSpPr>
                    <p:cNvPr id="5239" name="矩形 5238">
                      <a:extLst>
                        <a:ext uri="{FF2B5EF4-FFF2-40B4-BE49-F238E27FC236}">
                          <a16:creationId xmlns:a16="http://schemas.microsoft.com/office/drawing/2014/main" id="{0437A87F-2D85-DBC4-9491-1252B6D678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19633" y="7374683"/>
                      <a:ext cx="394002" cy="313765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5240" name="图形 5239">
                      <a:extLst>
                        <a:ext uri="{FF2B5EF4-FFF2-40B4-BE49-F238E27FC236}">
                          <a16:creationId xmlns:a16="http://schemas.microsoft.com/office/drawing/2014/main" id="{080703D4-8FE5-5A2B-341D-CF8166F6AE2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883189" y="7231499"/>
                      <a:ext cx="467173" cy="505046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5233" name="图形 5232">
                  <a:extLst>
                    <a:ext uri="{FF2B5EF4-FFF2-40B4-BE49-F238E27FC236}">
                      <a16:creationId xmlns:a16="http://schemas.microsoft.com/office/drawing/2014/main" id="{CA8B330E-FCEF-70BA-1DDD-A7FCB87959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26403" y="8280286"/>
                  <a:ext cx="256916" cy="256916"/>
                </a:xfrm>
                <a:prstGeom prst="rect">
                  <a:avLst/>
                </a:prstGeom>
              </p:spPr>
            </p:pic>
            <p:sp>
              <p:nvSpPr>
                <p:cNvPr id="5234" name="圆角矩形 5233">
                  <a:extLst>
                    <a:ext uri="{FF2B5EF4-FFF2-40B4-BE49-F238E27FC236}">
                      <a16:creationId xmlns:a16="http://schemas.microsoft.com/office/drawing/2014/main" id="{7F965A83-A0DC-AE7B-C710-9216AD461694}"/>
                    </a:ext>
                  </a:extLst>
                </p:cNvPr>
                <p:cNvSpPr/>
                <p:nvPr/>
              </p:nvSpPr>
              <p:spPr>
                <a:xfrm>
                  <a:off x="5719938" y="7916663"/>
                  <a:ext cx="1327704" cy="871724"/>
                </a:xfrm>
                <a:prstGeom prst="roundRect">
                  <a:avLst>
                    <a:gd name="adj" fmla="val 11610"/>
                  </a:avLst>
                </a:prstGeom>
                <a:noFill/>
                <a:ln w="19050">
                  <a:solidFill>
                    <a:schemeClr val="bg1">
                      <a:lumMod val="85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32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            </a:t>
                  </a:r>
                  <a:endParaRPr kumimoji="1" lang="en-US" altLang="zh-CN" sz="32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235" name="圆角矩形 5234">
                  <a:extLst>
                    <a:ext uri="{FF2B5EF4-FFF2-40B4-BE49-F238E27FC236}">
                      <a16:creationId xmlns:a16="http://schemas.microsoft.com/office/drawing/2014/main" id="{253A42CD-D787-55EE-2F0F-6CA488F72F9C}"/>
                    </a:ext>
                  </a:extLst>
                </p:cNvPr>
                <p:cNvSpPr/>
                <p:nvPr/>
              </p:nvSpPr>
              <p:spPr>
                <a:xfrm>
                  <a:off x="7212397" y="7909659"/>
                  <a:ext cx="1423401" cy="871724"/>
                </a:xfrm>
                <a:prstGeom prst="roundRect">
                  <a:avLst>
                    <a:gd name="adj" fmla="val 11610"/>
                  </a:avLst>
                </a:prstGeom>
                <a:noFill/>
                <a:ln w="19050">
                  <a:solidFill>
                    <a:schemeClr val="bg1">
                      <a:lumMod val="85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32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            </a:t>
                  </a:r>
                  <a:endParaRPr kumimoji="1" lang="en-US" altLang="zh-CN" sz="32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5186" name="文本框 5185">
                <a:extLst>
                  <a:ext uri="{FF2B5EF4-FFF2-40B4-BE49-F238E27FC236}">
                    <a16:creationId xmlns:a16="http://schemas.microsoft.com/office/drawing/2014/main" id="{3D18D1B1-A291-B7F4-73C9-33DF4D005326}"/>
                  </a:ext>
                </a:extLst>
              </p:cNvPr>
              <p:cNvSpPr txBox="1"/>
              <p:nvPr/>
            </p:nvSpPr>
            <p:spPr>
              <a:xfrm>
                <a:off x="4745471" y="3866789"/>
                <a:ext cx="1287982" cy="198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Databases</a:t>
                </a:r>
                <a:endParaRPr lang="zh-CN" alt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187" name="圆角矩形 5186">
                <a:extLst>
                  <a:ext uri="{FF2B5EF4-FFF2-40B4-BE49-F238E27FC236}">
                    <a16:creationId xmlns:a16="http://schemas.microsoft.com/office/drawing/2014/main" id="{D7617C2A-328E-163B-59CC-48D2FC27057A}"/>
                  </a:ext>
                </a:extLst>
              </p:cNvPr>
              <p:cNvSpPr/>
              <p:nvPr/>
            </p:nvSpPr>
            <p:spPr>
              <a:xfrm>
                <a:off x="6074566" y="2978217"/>
                <a:ext cx="989033" cy="819022"/>
              </a:xfrm>
              <a:prstGeom prst="roundRect">
                <a:avLst>
                  <a:gd name="adj" fmla="val 11610"/>
                </a:avLst>
              </a:prstGeom>
              <a:noFill/>
              <a:ln w="190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          </a:t>
                </a:r>
                <a:endParaRPr kumimoji="1" lang="en-US" altLang="zh-CN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188" name="组合 5187">
                <a:extLst>
                  <a:ext uri="{FF2B5EF4-FFF2-40B4-BE49-F238E27FC236}">
                    <a16:creationId xmlns:a16="http://schemas.microsoft.com/office/drawing/2014/main" id="{3E58CB78-1A8A-F0E1-0D08-413061C34F8A}"/>
                  </a:ext>
                </a:extLst>
              </p:cNvPr>
              <p:cNvGrpSpPr/>
              <p:nvPr/>
            </p:nvGrpSpPr>
            <p:grpSpPr>
              <a:xfrm>
                <a:off x="6304443" y="3251777"/>
                <a:ext cx="744681" cy="411111"/>
                <a:chOff x="8612645" y="6409560"/>
                <a:chExt cx="1074060" cy="594314"/>
              </a:xfrm>
            </p:grpSpPr>
            <p:pic>
              <p:nvPicPr>
                <p:cNvPr id="5220" name="图片 5219">
                  <a:extLst>
                    <a:ext uri="{FF2B5EF4-FFF2-40B4-BE49-F238E27FC236}">
                      <a16:creationId xmlns:a16="http://schemas.microsoft.com/office/drawing/2014/main" id="{77355F0A-0061-B6EB-BD5F-2ADE4A11B1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612645" y="6409560"/>
                  <a:ext cx="1074060" cy="594314"/>
                </a:xfrm>
                <a:prstGeom prst="rect">
                  <a:avLst/>
                </a:prstGeom>
              </p:spPr>
            </p:pic>
            <p:pic>
              <p:nvPicPr>
                <p:cNvPr id="5221" name="图形 5220">
                  <a:extLst>
                    <a:ext uri="{FF2B5EF4-FFF2-40B4-BE49-F238E27FC236}">
                      <a16:creationId xmlns:a16="http://schemas.microsoft.com/office/drawing/2014/main" id="{C1B3CB82-10B3-F7E4-00B8-DED4E218E8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08179" y="6836073"/>
                  <a:ext cx="646128" cy="161532"/>
                </a:xfrm>
                <a:prstGeom prst="rect">
                  <a:avLst/>
                </a:prstGeom>
              </p:spPr>
            </p:pic>
          </p:grpSp>
          <p:pic>
            <p:nvPicPr>
              <p:cNvPr id="5189" name="Picture 10" descr="Website Icon">
                <a:extLst>
                  <a:ext uri="{FF2B5EF4-FFF2-40B4-BE49-F238E27FC236}">
                    <a16:creationId xmlns:a16="http://schemas.microsoft.com/office/drawing/2014/main" id="{14EC8646-10B1-9FD7-6B59-027BCA6C833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14739" y="3031038"/>
                <a:ext cx="416890" cy="3232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90" name="图形 5189">
                <a:extLst>
                  <a:ext uri="{FF2B5EF4-FFF2-40B4-BE49-F238E27FC236}">
                    <a16:creationId xmlns:a16="http://schemas.microsoft.com/office/drawing/2014/main" id="{54993AAB-F89D-FEC8-F5FF-2CB6314277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6584248" y="3079262"/>
                <a:ext cx="210306" cy="226826"/>
              </a:xfrm>
              <a:prstGeom prst="rect">
                <a:avLst/>
              </a:prstGeom>
            </p:spPr>
          </p:pic>
          <p:pic>
            <p:nvPicPr>
              <p:cNvPr id="5191" name="图形 5190">
                <a:extLst>
                  <a:ext uri="{FF2B5EF4-FFF2-40B4-BE49-F238E27FC236}">
                    <a16:creationId xmlns:a16="http://schemas.microsoft.com/office/drawing/2014/main" id="{D208572B-9902-C090-658C-B104C0F863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6157837" y="3417200"/>
                <a:ext cx="238442" cy="257172"/>
              </a:xfrm>
              <a:prstGeom prst="rect">
                <a:avLst/>
              </a:prstGeom>
            </p:spPr>
          </p:pic>
          <p:sp>
            <p:nvSpPr>
              <p:cNvPr id="5192" name="圆角矩形 5191">
                <a:extLst>
                  <a:ext uri="{FF2B5EF4-FFF2-40B4-BE49-F238E27FC236}">
                    <a16:creationId xmlns:a16="http://schemas.microsoft.com/office/drawing/2014/main" id="{8BD958F9-DBFA-95B5-D15A-F36BC647C764}"/>
                  </a:ext>
                </a:extLst>
              </p:cNvPr>
              <p:cNvSpPr/>
              <p:nvPr/>
            </p:nvSpPr>
            <p:spPr>
              <a:xfrm>
                <a:off x="6573624" y="3052165"/>
                <a:ext cx="443033" cy="285135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193" name="文本框 5192">
                <a:extLst>
                  <a:ext uri="{FF2B5EF4-FFF2-40B4-BE49-F238E27FC236}">
                    <a16:creationId xmlns:a16="http://schemas.microsoft.com/office/drawing/2014/main" id="{53FBBF64-B0BE-D81B-6D24-EC1D4812B8F9}"/>
                  </a:ext>
                </a:extLst>
              </p:cNvPr>
              <p:cNvSpPr txBox="1"/>
              <p:nvPr/>
            </p:nvSpPr>
            <p:spPr>
              <a:xfrm>
                <a:off x="6694089" y="3031038"/>
                <a:ext cx="398286" cy="1537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" altLang="zh-CN" sz="11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BLIP</a:t>
                </a:r>
              </a:p>
            </p:txBody>
          </p:sp>
          <p:sp>
            <p:nvSpPr>
              <p:cNvPr id="5194" name="文本框 5193">
                <a:extLst>
                  <a:ext uri="{FF2B5EF4-FFF2-40B4-BE49-F238E27FC236}">
                    <a16:creationId xmlns:a16="http://schemas.microsoft.com/office/drawing/2014/main" id="{2D589907-33F3-F0E5-A70A-CF14E6B871BE}"/>
                  </a:ext>
                </a:extLst>
              </p:cNvPr>
              <p:cNvSpPr txBox="1"/>
              <p:nvPr/>
            </p:nvSpPr>
            <p:spPr>
              <a:xfrm>
                <a:off x="6696610" y="3162950"/>
                <a:ext cx="443243" cy="1537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" altLang="zh-CN" sz="11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BART</a:t>
                </a:r>
              </a:p>
            </p:txBody>
          </p:sp>
          <p:sp>
            <p:nvSpPr>
              <p:cNvPr id="5195" name="圆角矩形 5194">
                <a:extLst>
                  <a:ext uri="{FF2B5EF4-FFF2-40B4-BE49-F238E27FC236}">
                    <a16:creationId xmlns:a16="http://schemas.microsoft.com/office/drawing/2014/main" id="{B8F3BDEF-4098-AF84-C9D7-BAF85702873A}"/>
                  </a:ext>
                </a:extLst>
              </p:cNvPr>
              <p:cNvSpPr/>
              <p:nvPr/>
            </p:nvSpPr>
            <p:spPr>
              <a:xfrm>
                <a:off x="6114740" y="3050165"/>
                <a:ext cx="418349" cy="285135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196" name="圆角矩形 5195">
                <a:extLst>
                  <a:ext uri="{FF2B5EF4-FFF2-40B4-BE49-F238E27FC236}">
                    <a16:creationId xmlns:a16="http://schemas.microsoft.com/office/drawing/2014/main" id="{366BEA4F-9093-96CA-8FC9-5EC7CA88BAE4}"/>
                  </a:ext>
                </a:extLst>
              </p:cNvPr>
              <p:cNvSpPr/>
              <p:nvPr/>
            </p:nvSpPr>
            <p:spPr>
              <a:xfrm>
                <a:off x="6127592" y="3388722"/>
                <a:ext cx="876064" cy="285135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5197" name="Picture 14" descr="Toolbox - Free Tools and utensils icons">
                <a:hlinkClick r:id="rId19"/>
                <a:extLst>
                  <a:ext uri="{FF2B5EF4-FFF2-40B4-BE49-F238E27FC236}">
                    <a16:creationId xmlns:a16="http://schemas.microsoft.com/office/drawing/2014/main" id="{977B6184-83EE-6BC9-DA10-83F4BA0CF4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31051" y="2717024"/>
                <a:ext cx="214602" cy="24498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5198" name="组合 5197">
                <a:extLst>
                  <a:ext uri="{FF2B5EF4-FFF2-40B4-BE49-F238E27FC236}">
                    <a16:creationId xmlns:a16="http://schemas.microsoft.com/office/drawing/2014/main" id="{9DC36403-7EB2-D888-F774-61FB29B6C6FC}"/>
                  </a:ext>
                </a:extLst>
              </p:cNvPr>
              <p:cNvGrpSpPr/>
              <p:nvPr/>
            </p:nvGrpSpPr>
            <p:grpSpPr>
              <a:xfrm>
                <a:off x="3994378" y="3824484"/>
                <a:ext cx="1061982" cy="337752"/>
                <a:chOff x="6963336" y="7166639"/>
                <a:chExt cx="1751282" cy="505039"/>
              </a:xfrm>
            </p:grpSpPr>
            <p:pic>
              <p:nvPicPr>
                <p:cNvPr id="5216" name="图形 5215">
                  <a:extLst>
                    <a:ext uri="{FF2B5EF4-FFF2-40B4-BE49-F238E27FC236}">
                      <a16:creationId xmlns:a16="http://schemas.microsoft.com/office/drawing/2014/main" id="{4821E70D-215B-0910-5449-440725196C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>
                  <a:extLst>
                    <a:ext uri="{96DAC541-7B7A-43D3-8B79-37D633B846F1}">
                      <asvg:svgBlip xmlns:asvg="http://schemas.microsoft.com/office/drawing/2016/SVG/main" r:embed="rId2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865141" y="7267061"/>
                  <a:ext cx="304195" cy="304195"/>
                </a:xfrm>
                <a:prstGeom prst="rect">
                  <a:avLst/>
                </a:prstGeom>
              </p:spPr>
            </p:pic>
            <p:pic>
              <p:nvPicPr>
                <p:cNvPr id="5217" name="图形 5216">
                  <a:extLst>
                    <a:ext uri="{FF2B5EF4-FFF2-40B4-BE49-F238E27FC236}">
                      <a16:creationId xmlns:a16="http://schemas.microsoft.com/office/drawing/2014/main" id="{D4018E04-1E15-4EBD-4F38-95DB20F60F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3">
                  <a:extLst>
                    <a:ext uri="{96DAC541-7B7A-43D3-8B79-37D633B846F1}">
                      <asvg:svgBlip xmlns:asvg="http://schemas.microsoft.com/office/drawing/2016/SVG/main" r:embed="rId2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09579" y="7166639"/>
                  <a:ext cx="505039" cy="505039"/>
                </a:xfrm>
                <a:prstGeom prst="rect">
                  <a:avLst/>
                </a:prstGeom>
              </p:spPr>
            </p:pic>
            <p:pic>
              <p:nvPicPr>
                <p:cNvPr id="5218" name="图片 5217">
                  <a:extLst>
                    <a:ext uri="{FF2B5EF4-FFF2-40B4-BE49-F238E27FC236}">
                      <a16:creationId xmlns:a16="http://schemas.microsoft.com/office/drawing/2014/main" id="{3068C38B-A4B6-077B-6E96-5B7FE0545F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963336" y="7250365"/>
                  <a:ext cx="417804" cy="337586"/>
                </a:xfrm>
                <a:prstGeom prst="rect">
                  <a:avLst/>
                </a:prstGeom>
              </p:spPr>
            </p:pic>
            <p:pic>
              <p:nvPicPr>
                <p:cNvPr id="5219" name="Picture 4">
                  <a:extLst>
                    <a:ext uri="{FF2B5EF4-FFF2-40B4-BE49-F238E27FC236}">
                      <a16:creationId xmlns:a16="http://schemas.microsoft.com/office/drawing/2014/main" id="{58A9BD3F-FA77-11D6-498F-FC236C13F0F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21513" b="21522"/>
                <a:stretch/>
              </p:blipFill>
              <p:spPr bwMode="auto">
                <a:xfrm>
                  <a:off x="7419977" y="7233973"/>
                  <a:ext cx="370370" cy="37037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5199" name="文本框 5198">
                <a:extLst>
                  <a:ext uri="{FF2B5EF4-FFF2-40B4-BE49-F238E27FC236}">
                    <a16:creationId xmlns:a16="http://schemas.microsoft.com/office/drawing/2014/main" id="{750AADF1-7E11-77A3-008B-302856EC8D50}"/>
                  </a:ext>
                </a:extLst>
              </p:cNvPr>
              <p:cNvSpPr txBox="1"/>
              <p:nvPr/>
            </p:nvSpPr>
            <p:spPr>
              <a:xfrm>
                <a:off x="5940256" y="3792318"/>
                <a:ext cx="1287982" cy="3436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Other backend systems / services</a:t>
                </a:r>
                <a:endParaRPr lang="zh-CN" alt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5200" name="直线箭头连接符 5199">
                <a:extLst>
                  <a:ext uri="{FF2B5EF4-FFF2-40B4-BE49-F238E27FC236}">
                    <a16:creationId xmlns:a16="http://schemas.microsoft.com/office/drawing/2014/main" id="{26AB5279-7443-37AD-58AB-789BBD18DC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3314" y="2415525"/>
                <a:ext cx="0" cy="3170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01" name="直线箭头连接符 5200">
                <a:extLst>
                  <a:ext uri="{FF2B5EF4-FFF2-40B4-BE49-F238E27FC236}">
                    <a16:creationId xmlns:a16="http://schemas.microsoft.com/office/drawing/2014/main" id="{AC84864B-90C1-3C20-F938-C92BCB7791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71057" y="2411565"/>
                <a:ext cx="3043" cy="317003"/>
              </a:xfrm>
              <a:prstGeom prst="straightConnector1">
                <a:avLst/>
              </a:prstGeom>
              <a:ln w="47625" cmpd="sng">
                <a:solidFill>
                  <a:schemeClr val="tx1"/>
                </a:solidFill>
                <a:prstDash val="sysDot"/>
                <a:tailEnd type="stealth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202" name="图形 5201">
                <a:extLst>
                  <a:ext uri="{FF2B5EF4-FFF2-40B4-BE49-F238E27FC236}">
                    <a16:creationId xmlns:a16="http://schemas.microsoft.com/office/drawing/2014/main" id="{9C47D115-4B52-B3A9-5C66-421CA19BC3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 rot="10800000" flipV="1">
                <a:off x="3562390" y="2480594"/>
                <a:ext cx="152038" cy="152038"/>
              </a:xfrm>
              <a:prstGeom prst="rect">
                <a:avLst/>
              </a:prstGeom>
            </p:spPr>
          </p:pic>
          <p:pic>
            <p:nvPicPr>
              <p:cNvPr id="5203" name="图形 5202">
                <a:extLst>
                  <a:ext uri="{FF2B5EF4-FFF2-40B4-BE49-F238E27FC236}">
                    <a16:creationId xmlns:a16="http://schemas.microsoft.com/office/drawing/2014/main" id="{F2EAE8EA-A03C-25CC-0324-ABA0E3AA40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>
                <a:extLst>
                  <a:ext uri="{96DAC541-7B7A-43D3-8B79-37D633B846F1}">
                    <asvg:svgBlip xmlns:asvg="http://schemas.microsoft.com/office/drawing/2016/SVG/main" r:embed="rId30"/>
                  </a:ext>
                </a:extLst>
              </a:blip>
              <a:stretch>
                <a:fillRect/>
              </a:stretch>
            </p:blipFill>
            <p:spPr>
              <a:xfrm rot="11433366" flipV="1">
                <a:off x="4390742" y="2495637"/>
                <a:ext cx="147771" cy="147771"/>
              </a:xfrm>
              <a:prstGeom prst="rect">
                <a:avLst/>
              </a:prstGeom>
            </p:spPr>
          </p:pic>
          <p:cxnSp>
            <p:nvCxnSpPr>
              <p:cNvPr id="5204" name="直线箭头连接符 5203">
                <a:extLst>
                  <a:ext uri="{FF2B5EF4-FFF2-40B4-BE49-F238E27FC236}">
                    <a16:creationId xmlns:a16="http://schemas.microsoft.com/office/drawing/2014/main" id="{C38DA6F5-B28C-32A9-5542-262043A374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340758" y="2423889"/>
                <a:ext cx="3043" cy="317003"/>
              </a:xfrm>
              <a:prstGeom prst="straightConnector1">
                <a:avLst/>
              </a:prstGeom>
              <a:ln w="47625" cmpd="sng">
                <a:solidFill>
                  <a:schemeClr val="tx1"/>
                </a:solidFill>
                <a:prstDash val="sysDot"/>
                <a:tailEnd type="stealth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05" name="直线箭头连接符 5204">
                <a:extLst>
                  <a:ext uri="{FF2B5EF4-FFF2-40B4-BE49-F238E27FC236}">
                    <a16:creationId xmlns:a16="http://schemas.microsoft.com/office/drawing/2014/main" id="{A0EA8BE4-4AD0-0879-33C5-07E62E94C4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07073" y="2423889"/>
                <a:ext cx="0" cy="3170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06" name="直线箭头连接符 5205">
                <a:extLst>
                  <a:ext uri="{FF2B5EF4-FFF2-40B4-BE49-F238E27FC236}">
                    <a16:creationId xmlns:a16="http://schemas.microsoft.com/office/drawing/2014/main" id="{6C202696-1C35-9660-29DA-93CB9E5F0B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637580" y="2407171"/>
                <a:ext cx="3043" cy="317003"/>
              </a:xfrm>
              <a:prstGeom prst="straightConnector1">
                <a:avLst/>
              </a:prstGeom>
              <a:ln w="25400" cmpd="sng">
                <a:solidFill>
                  <a:schemeClr val="tx1"/>
                </a:solidFill>
                <a:prstDash val="sysDot"/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207" name="图形 5206">
                <a:extLst>
                  <a:ext uri="{FF2B5EF4-FFF2-40B4-BE49-F238E27FC236}">
                    <a16:creationId xmlns:a16="http://schemas.microsoft.com/office/drawing/2014/main" id="{04E942D3-A7AB-90D1-6748-C752586A6F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tretch>
                <a:fillRect/>
              </a:stretch>
            </p:blipFill>
            <p:spPr>
              <a:xfrm>
                <a:off x="5294213" y="2489487"/>
                <a:ext cx="173375" cy="173375"/>
              </a:xfrm>
              <a:prstGeom prst="rect">
                <a:avLst/>
              </a:prstGeom>
            </p:spPr>
          </p:pic>
          <p:sp>
            <p:nvSpPr>
              <p:cNvPr id="5208" name="空心弧 5207">
                <a:extLst>
                  <a:ext uri="{FF2B5EF4-FFF2-40B4-BE49-F238E27FC236}">
                    <a16:creationId xmlns:a16="http://schemas.microsoft.com/office/drawing/2014/main" id="{F9ABA44E-95A3-9A9A-D9B5-76D6F67B1A1B}"/>
                  </a:ext>
                </a:extLst>
              </p:cNvPr>
              <p:cNvSpPr/>
              <p:nvPr/>
            </p:nvSpPr>
            <p:spPr>
              <a:xfrm>
                <a:off x="4648010" y="2327842"/>
                <a:ext cx="870178" cy="177107"/>
              </a:xfrm>
              <a:prstGeom prst="blockArc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09" name="空心弧 5208">
                <a:extLst>
                  <a:ext uri="{FF2B5EF4-FFF2-40B4-BE49-F238E27FC236}">
                    <a16:creationId xmlns:a16="http://schemas.microsoft.com/office/drawing/2014/main" id="{B221B22E-8C4E-7694-DE88-607EDA4C3AC5}"/>
                  </a:ext>
                </a:extLst>
              </p:cNvPr>
              <p:cNvSpPr/>
              <p:nvPr/>
            </p:nvSpPr>
            <p:spPr>
              <a:xfrm>
                <a:off x="3835110" y="2337669"/>
                <a:ext cx="731366" cy="190004"/>
              </a:xfrm>
              <a:prstGeom prst="blockArc">
                <a:avLst>
                  <a:gd name="adj1" fmla="val 10918671"/>
                  <a:gd name="adj2" fmla="val 47929"/>
                  <a:gd name="adj3" fmla="val 15667"/>
                </a:avLst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10" name="矩形 5209">
                <a:extLst>
                  <a:ext uri="{FF2B5EF4-FFF2-40B4-BE49-F238E27FC236}">
                    <a16:creationId xmlns:a16="http://schemas.microsoft.com/office/drawing/2014/main" id="{D2A8F091-A51D-DDD9-B265-A2490D1E29FC}"/>
                  </a:ext>
                </a:extLst>
              </p:cNvPr>
              <p:cNvSpPr/>
              <p:nvPr/>
            </p:nvSpPr>
            <p:spPr>
              <a:xfrm>
                <a:off x="3523194" y="2131009"/>
                <a:ext cx="956250" cy="1534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Interact with users</a:t>
                </a:r>
                <a:endParaRPr kumimoji="1" lang="zh-CN" altLang="en-US" sz="12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11" name="矩形 5210">
                <a:extLst>
                  <a:ext uri="{FF2B5EF4-FFF2-40B4-BE49-F238E27FC236}">
                    <a16:creationId xmlns:a16="http://schemas.microsoft.com/office/drawing/2014/main" id="{21D2EDBC-B5C0-30C1-09EE-3435F4B40AAF}"/>
                  </a:ext>
                </a:extLst>
              </p:cNvPr>
              <p:cNvSpPr/>
              <p:nvPr/>
            </p:nvSpPr>
            <p:spPr>
              <a:xfrm>
                <a:off x="4521786" y="2131009"/>
                <a:ext cx="805367" cy="1534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Task reasoning</a:t>
                </a:r>
                <a:endParaRPr kumimoji="1" lang="zh-CN" altLang="en-US" sz="12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12" name="矩形 5211">
                <a:extLst>
                  <a:ext uri="{FF2B5EF4-FFF2-40B4-BE49-F238E27FC236}">
                    <a16:creationId xmlns:a16="http://schemas.microsoft.com/office/drawing/2014/main" id="{2846AF6C-594D-5D4E-E142-F4227F1BB5EB}"/>
                  </a:ext>
                </a:extLst>
              </p:cNvPr>
              <p:cNvSpPr/>
              <p:nvPr/>
            </p:nvSpPr>
            <p:spPr>
              <a:xfrm>
                <a:off x="5370076" y="2131009"/>
                <a:ext cx="658093" cy="1534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Tool calling</a:t>
                </a:r>
                <a:endParaRPr kumimoji="1" lang="zh-CN" altLang="en-US" sz="12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13" name="矩形 5212">
                <a:extLst>
                  <a:ext uri="{FF2B5EF4-FFF2-40B4-BE49-F238E27FC236}">
                    <a16:creationId xmlns:a16="http://schemas.microsoft.com/office/drawing/2014/main" id="{CFF9E19F-62B6-CFAF-DD6B-CA6CCC5FE9D8}"/>
                  </a:ext>
                </a:extLst>
              </p:cNvPr>
              <p:cNvSpPr/>
              <p:nvPr/>
            </p:nvSpPr>
            <p:spPr>
              <a:xfrm>
                <a:off x="6069171" y="2131009"/>
                <a:ext cx="937666" cy="1534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Data transmission</a:t>
                </a:r>
                <a:endParaRPr kumimoji="1" lang="zh-CN" altLang="en-US" sz="12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14" name="空心弧 5213">
                <a:extLst>
                  <a:ext uri="{FF2B5EF4-FFF2-40B4-BE49-F238E27FC236}">
                    <a16:creationId xmlns:a16="http://schemas.microsoft.com/office/drawing/2014/main" id="{E78EF067-FC36-E685-3890-BB1125F018EC}"/>
                  </a:ext>
                </a:extLst>
              </p:cNvPr>
              <p:cNvSpPr/>
              <p:nvPr/>
            </p:nvSpPr>
            <p:spPr>
              <a:xfrm>
                <a:off x="5623628" y="2331515"/>
                <a:ext cx="322397" cy="153450"/>
              </a:xfrm>
              <a:prstGeom prst="blockArc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5215" name="直线箭头连接符 5214">
                <a:extLst>
                  <a:ext uri="{FF2B5EF4-FFF2-40B4-BE49-F238E27FC236}">
                    <a16:creationId xmlns:a16="http://schemas.microsoft.com/office/drawing/2014/main" id="{69305A31-1CB4-3AC0-5F49-6299CE0208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22338" y="2417916"/>
                <a:ext cx="0" cy="3170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166" name="图片 5165">
              <a:extLst>
                <a:ext uri="{FF2B5EF4-FFF2-40B4-BE49-F238E27FC236}">
                  <a16:creationId xmlns:a16="http://schemas.microsoft.com/office/drawing/2014/main" id="{66160DF1-9AA4-D5D9-F5A5-C18B1EB22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276205" y="2559275"/>
              <a:ext cx="440897" cy="474503"/>
            </a:xfrm>
            <a:prstGeom prst="rect">
              <a:avLst/>
            </a:prstGeom>
          </p:spPr>
        </p:pic>
        <p:sp>
          <p:nvSpPr>
            <p:cNvPr id="5167" name="上下箭头 5166">
              <a:extLst>
                <a:ext uri="{FF2B5EF4-FFF2-40B4-BE49-F238E27FC236}">
                  <a16:creationId xmlns:a16="http://schemas.microsoft.com/office/drawing/2014/main" id="{54902F16-805E-D5C8-F88C-2317AEDA5459}"/>
                </a:ext>
              </a:extLst>
            </p:cNvPr>
            <p:cNvSpPr/>
            <p:nvPr/>
          </p:nvSpPr>
          <p:spPr>
            <a:xfrm rot="5400000">
              <a:off x="723047" y="2651520"/>
              <a:ext cx="168559" cy="288353"/>
            </a:xfrm>
            <a:prstGeom prst="upDownArrow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3110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E302C-D158-B815-AC38-965676FED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572F1E85-EFF2-3FF3-1FC2-67D7259F7F53}"/>
              </a:ext>
            </a:extLst>
          </p:cNvPr>
          <p:cNvGrpSpPr/>
          <p:nvPr/>
        </p:nvGrpSpPr>
        <p:grpSpPr>
          <a:xfrm>
            <a:off x="41840" y="2076022"/>
            <a:ext cx="6678367" cy="4041337"/>
            <a:chOff x="-71050" y="2076022"/>
            <a:chExt cx="6678367" cy="4041337"/>
          </a:xfrm>
        </p:grpSpPr>
        <p:grpSp>
          <p:nvGrpSpPr>
            <p:cNvPr id="194" name="组合 193">
              <a:extLst>
                <a:ext uri="{FF2B5EF4-FFF2-40B4-BE49-F238E27FC236}">
                  <a16:creationId xmlns:a16="http://schemas.microsoft.com/office/drawing/2014/main" id="{76BF42B2-EE13-4774-E0BC-3DDB9CBAEDF1}"/>
                </a:ext>
              </a:extLst>
            </p:cNvPr>
            <p:cNvGrpSpPr/>
            <p:nvPr/>
          </p:nvGrpSpPr>
          <p:grpSpPr>
            <a:xfrm>
              <a:off x="-71050" y="2076022"/>
              <a:ext cx="6678367" cy="4041337"/>
              <a:chOff x="2853334" y="1787476"/>
              <a:chExt cx="4374904" cy="2374760"/>
            </a:xfrm>
          </p:grpSpPr>
          <p:sp>
            <p:nvSpPr>
              <p:cNvPr id="197" name="圆角矩形 196">
                <a:extLst>
                  <a:ext uri="{FF2B5EF4-FFF2-40B4-BE49-F238E27FC236}">
                    <a16:creationId xmlns:a16="http://schemas.microsoft.com/office/drawing/2014/main" id="{30A47360-1F1E-B321-7E76-0D40BFFA9280}"/>
                  </a:ext>
                </a:extLst>
              </p:cNvPr>
              <p:cNvSpPr/>
              <p:nvPr/>
            </p:nvSpPr>
            <p:spPr>
              <a:xfrm>
                <a:off x="4392775" y="2325740"/>
                <a:ext cx="805367" cy="497043"/>
              </a:xfrm>
              <a:prstGeom prst="roundRect">
                <a:avLst/>
              </a:prstGeom>
              <a:solidFill>
                <a:srgbClr val="FFEE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8" name="圆角矩形 197">
                <a:extLst>
                  <a:ext uri="{FF2B5EF4-FFF2-40B4-BE49-F238E27FC236}">
                    <a16:creationId xmlns:a16="http://schemas.microsoft.com/office/drawing/2014/main" id="{B825A73A-9A01-8AE8-D1B4-3826189E57D3}"/>
                  </a:ext>
                </a:extLst>
              </p:cNvPr>
              <p:cNvSpPr/>
              <p:nvPr/>
            </p:nvSpPr>
            <p:spPr>
              <a:xfrm>
                <a:off x="5281799" y="2325739"/>
                <a:ext cx="529354" cy="497043"/>
              </a:xfrm>
              <a:prstGeom prst="roundRect">
                <a:avLst/>
              </a:prstGeom>
              <a:solidFill>
                <a:srgbClr val="FFEE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9" name="圆角矩形 198">
                <a:extLst>
                  <a:ext uri="{FF2B5EF4-FFF2-40B4-BE49-F238E27FC236}">
                    <a16:creationId xmlns:a16="http://schemas.microsoft.com/office/drawing/2014/main" id="{32CF4741-7163-6B31-EF15-A9CD0AA4E5B0}"/>
                  </a:ext>
                </a:extLst>
              </p:cNvPr>
              <p:cNvSpPr/>
              <p:nvPr/>
            </p:nvSpPr>
            <p:spPr>
              <a:xfrm>
                <a:off x="3545678" y="2325740"/>
                <a:ext cx="771248" cy="497043"/>
              </a:xfrm>
              <a:prstGeom prst="roundRect">
                <a:avLst/>
              </a:prstGeom>
              <a:solidFill>
                <a:srgbClr val="FFEE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0" name="文本框 199">
                <a:extLst>
                  <a:ext uri="{FF2B5EF4-FFF2-40B4-BE49-F238E27FC236}">
                    <a16:creationId xmlns:a16="http://schemas.microsoft.com/office/drawing/2014/main" id="{2EA0025B-672F-0014-9125-C2471F96F98E}"/>
                  </a:ext>
                </a:extLst>
              </p:cNvPr>
              <p:cNvSpPr txBox="1"/>
              <p:nvPr/>
            </p:nvSpPr>
            <p:spPr>
              <a:xfrm>
                <a:off x="4560557" y="2459317"/>
                <a:ext cx="781049" cy="27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Query data (</a:t>
                </a:r>
                <a:r>
                  <a:rPr lang="en-US" altLang="zh-CN" sz="12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MB/GB</a:t>
                </a:r>
                <a:r>
                  <a:rPr lang="en-US" altLang="zh-CN" sz="1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lang="zh-CN" altLang="en-US" sz="12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1" name="文本框 200">
                <a:extLst>
                  <a:ext uri="{FF2B5EF4-FFF2-40B4-BE49-F238E27FC236}">
                    <a16:creationId xmlns:a16="http://schemas.microsoft.com/office/drawing/2014/main" id="{A688F7B4-AC37-67CB-7062-B82FFE06F28D}"/>
                  </a:ext>
                </a:extLst>
              </p:cNvPr>
              <p:cNvSpPr txBox="1"/>
              <p:nvPr/>
            </p:nvSpPr>
            <p:spPr>
              <a:xfrm>
                <a:off x="3784496" y="2457525"/>
                <a:ext cx="608777" cy="27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Simple</a:t>
                </a:r>
              </a:p>
              <a:p>
                <a:pPr algn="ctr"/>
                <a:r>
                  <a:rPr lang="en-US" altLang="zh-CN" sz="1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feedback</a:t>
                </a:r>
                <a:endParaRPr lang="zh-CN" altLang="en-US" sz="12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2" name="圆角矩形 201">
                <a:extLst>
                  <a:ext uri="{FF2B5EF4-FFF2-40B4-BE49-F238E27FC236}">
                    <a16:creationId xmlns:a16="http://schemas.microsoft.com/office/drawing/2014/main" id="{0FB2E0C7-2819-2B90-07D9-30EB932313B4}"/>
                  </a:ext>
                </a:extLst>
              </p:cNvPr>
              <p:cNvSpPr/>
              <p:nvPr/>
            </p:nvSpPr>
            <p:spPr>
              <a:xfrm>
                <a:off x="6416695" y="2321296"/>
                <a:ext cx="562063" cy="497043"/>
              </a:xfrm>
              <a:prstGeom prst="roundRect">
                <a:avLst/>
              </a:prstGeom>
              <a:solidFill>
                <a:srgbClr val="FFEE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3" name="圆角矩形 202">
                <a:extLst>
                  <a:ext uri="{FF2B5EF4-FFF2-40B4-BE49-F238E27FC236}">
                    <a16:creationId xmlns:a16="http://schemas.microsoft.com/office/drawing/2014/main" id="{0087AA26-BDA6-1007-7778-1F6F18E056A3}"/>
                  </a:ext>
                </a:extLst>
              </p:cNvPr>
              <p:cNvSpPr/>
              <p:nvPr/>
            </p:nvSpPr>
            <p:spPr>
              <a:xfrm>
                <a:off x="3476870" y="1956917"/>
                <a:ext cx="3583686" cy="456374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3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          </a:t>
                </a:r>
                <a:endParaRPr kumimoji="1" lang="en-US" altLang="zh-CN" sz="3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204" name="直线箭头连接符 203">
                <a:extLst>
                  <a:ext uri="{FF2B5EF4-FFF2-40B4-BE49-F238E27FC236}">
                    <a16:creationId xmlns:a16="http://schemas.microsoft.com/office/drawing/2014/main" id="{EA395F7A-2719-A8E0-7B02-C7A6078C37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34006" y="2420732"/>
                <a:ext cx="0" cy="3170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线箭头连接符 204">
                <a:extLst>
                  <a:ext uri="{FF2B5EF4-FFF2-40B4-BE49-F238E27FC236}">
                    <a16:creationId xmlns:a16="http://schemas.microsoft.com/office/drawing/2014/main" id="{C6FA1939-2453-6EEC-13DF-89551383C9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54407" y="2417916"/>
                <a:ext cx="3043" cy="317003"/>
              </a:xfrm>
              <a:prstGeom prst="straightConnector1">
                <a:avLst/>
              </a:prstGeom>
              <a:ln w="25400" cmpd="sng">
                <a:solidFill>
                  <a:schemeClr val="tx1"/>
                </a:solidFill>
                <a:prstDash val="sysDot"/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线箭头连接符 205">
                <a:extLst>
                  <a:ext uri="{FF2B5EF4-FFF2-40B4-BE49-F238E27FC236}">
                    <a16:creationId xmlns:a16="http://schemas.microsoft.com/office/drawing/2014/main" id="{1157C576-073D-FE2E-6F07-434564C48E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0506" y="2418140"/>
                <a:ext cx="0" cy="3170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直线箭头连接符 206">
                <a:extLst>
                  <a:ext uri="{FF2B5EF4-FFF2-40B4-BE49-F238E27FC236}">
                    <a16:creationId xmlns:a16="http://schemas.microsoft.com/office/drawing/2014/main" id="{82E2B34B-BB8C-C75F-5A00-81E75621269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825380" y="2420732"/>
                <a:ext cx="3043" cy="317003"/>
              </a:xfrm>
              <a:prstGeom prst="straightConnector1">
                <a:avLst/>
              </a:prstGeom>
              <a:ln w="25400" cmpd="sng">
                <a:solidFill>
                  <a:schemeClr val="tx1"/>
                </a:solidFill>
                <a:prstDash val="sysDot"/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8" name="空心弧 207">
                <a:extLst>
                  <a:ext uri="{FF2B5EF4-FFF2-40B4-BE49-F238E27FC236}">
                    <a16:creationId xmlns:a16="http://schemas.microsoft.com/office/drawing/2014/main" id="{1F8493A9-8C29-07B3-1F54-232F35F66859}"/>
                  </a:ext>
                </a:extLst>
              </p:cNvPr>
              <p:cNvSpPr/>
              <p:nvPr/>
            </p:nvSpPr>
            <p:spPr>
              <a:xfrm>
                <a:off x="6336565" y="2338472"/>
                <a:ext cx="371643" cy="153450"/>
              </a:xfrm>
              <a:prstGeom prst="blockArc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9" name="文本框 208">
                <a:extLst>
                  <a:ext uri="{FF2B5EF4-FFF2-40B4-BE49-F238E27FC236}">
                    <a16:creationId xmlns:a16="http://schemas.microsoft.com/office/drawing/2014/main" id="{C05A0124-0CE6-E46D-9F8A-90824737328B}"/>
                  </a:ext>
                </a:extLst>
              </p:cNvPr>
              <p:cNvSpPr txBox="1"/>
              <p:nvPr/>
            </p:nvSpPr>
            <p:spPr>
              <a:xfrm>
                <a:off x="5646764" y="2315760"/>
                <a:ext cx="998977" cy="415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4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…</a:t>
                </a:r>
                <a:endParaRPr lang="zh-CN" altLang="en-US" sz="4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10" name="组合 209">
                <a:extLst>
                  <a:ext uri="{FF2B5EF4-FFF2-40B4-BE49-F238E27FC236}">
                    <a16:creationId xmlns:a16="http://schemas.microsoft.com/office/drawing/2014/main" id="{1D145FC2-E22F-139D-56DD-57C123CD1A88}"/>
                  </a:ext>
                </a:extLst>
              </p:cNvPr>
              <p:cNvGrpSpPr/>
              <p:nvPr/>
            </p:nvGrpSpPr>
            <p:grpSpPr>
              <a:xfrm>
                <a:off x="5065961" y="1787476"/>
                <a:ext cx="527352" cy="337152"/>
                <a:chOff x="7697060" y="1146174"/>
                <a:chExt cx="706418" cy="569047"/>
              </a:xfrm>
              <a:solidFill>
                <a:schemeClr val="bg1"/>
              </a:solidFill>
            </p:grpSpPr>
            <p:sp>
              <p:nvSpPr>
                <p:cNvPr id="299" name="矩形 298">
                  <a:extLst>
                    <a:ext uri="{FF2B5EF4-FFF2-40B4-BE49-F238E27FC236}">
                      <a16:creationId xmlns:a16="http://schemas.microsoft.com/office/drawing/2014/main" id="{0F95B59D-BABF-2A68-9EC2-0166E0B7FA9C}"/>
                    </a:ext>
                  </a:extLst>
                </p:cNvPr>
                <p:cNvSpPr/>
                <p:nvPr/>
              </p:nvSpPr>
              <p:spPr>
                <a:xfrm>
                  <a:off x="7714204" y="1157398"/>
                  <a:ext cx="689274" cy="55289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36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pic>
              <p:nvPicPr>
                <p:cNvPr id="300" name="Picture 4" descr="Llm Images – Browse 16,832 Stock Photos, Vectors, and Video | Adobe Stock">
                  <a:extLst>
                    <a:ext uri="{FF2B5EF4-FFF2-40B4-BE49-F238E27FC236}">
                      <a16:creationId xmlns:a16="http://schemas.microsoft.com/office/drawing/2014/main" id="{E7B121E9-E459-727F-416B-B377376112C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97060" y="1146174"/>
                  <a:ext cx="683951" cy="569047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211" name="文本框 210">
                <a:extLst>
                  <a:ext uri="{FF2B5EF4-FFF2-40B4-BE49-F238E27FC236}">
                    <a16:creationId xmlns:a16="http://schemas.microsoft.com/office/drawing/2014/main" id="{589E57F3-5ECD-429A-5B1A-4F2A4B67661D}"/>
                  </a:ext>
                </a:extLst>
              </p:cNvPr>
              <p:cNvSpPr txBox="1"/>
              <p:nvPr/>
            </p:nvSpPr>
            <p:spPr>
              <a:xfrm>
                <a:off x="2853334" y="2466620"/>
                <a:ext cx="998977" cy="180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Steps</a:t>
                </a:r>
                <a:endParaRPr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2" name="圆角矩形 211">
                <a:extLst>
                  <a:ext uri="{FF2B5EF4-FFF2-40B4-BE49-F238E27FC236}">
                    <a16:creationId xmlns:a16="http://schemas.microsoft.com/office/drawing/2014/main" id="{BD3E5981-5FB5-34EF-27BB-75249422DA1C}"/>
                  </a:ext>
                </a:extLst>
              </p:cNvPr>
              <p:cNvSpPr/>
              <p:nvPr/>
            </p:nvSpPr>
            <p:spPr>
              <a:xfrm>
                <a:off x="3501245" y="2978215"/>
                <a:ext cx="2524085" cy="819025"/>
              </a:xfrm>
              <a:prstGeom prst="roundRect">
                <a:avLst>
                  <a:gd name="adj" fmla="val 11610"/>
                </a:avLst>
              </a:prstGeom>
              <a:noFill/>
              <a:ln w="190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3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          </a:t>
                </a:r>
                <a:endParaRPr kumimoji="1" lang="en-US" altLang="zh-CN" sz="3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3" name="圆角矩形 212">
                <a:extLst>
                  <a:ext uri="{FF2B5EF4-FFF2-40B4-BE49-F238E27FC236}">
                    <a16:creationId xmlns:a16="http://schemas.microsoft.com/office/drawing/2014/main" id="{5BEA9AD9-DA17-6945-8FD3-4014E3D9C18E}"/>
                  </a:ext>
                </a:extLst>
              </p:cNvPr>
              <p:cNvSpPr/>
              <p:nvPr/>
            </p:nvSpPr>
            <p:spPr>
              <a:xfrm>
                <a:off x="3501246" y="2735137"/>
                <a:ext cx="3562353" cy="208757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Toolkits (MCP servers)</a:t>
                </a:r>
                <a:endParaRPr kumimoji="1" lang="zh-CN" alt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14" name="组合 213">
                <a:extLst>
                  <a:ext uri="{FF2B5EF4-FFF2-40B4-BE49-F238E27FC236}">
                    <a16:creationId xmlns:a16="http://schemas.microsoft.com/office/drawing/2014/main" id="{83656599-024F-E40B-1CDD-6FC55D285DA8}"/>
                  </a:ext>
                </a:extLst>
              </p:cNvPr>
              <p:cNvGrpSpPr/>
              <p:nvPr/>
            </p:nvGrpSpPr>
            <p:grpSpPr>
              <a:xfrm>
                <a:off x="3594807" y="3047763"/>
                <a:ext cx="2430523" cy="690445"/>
                <a:chOff x="5719938" y="7909659"/>
                <a:chExt cx="3044823" cy="878728"/>
              </a:xfrm>
            </p:grpSpPr>
            <p:sp>
              <p:nvSpPr>
                <p:cNvPr id="253" name="文本框 252">
                  <a:extLst>
                    <a:ext uri="{FF2B5EF4-FFF2-40B4-BE49-F238E27FC236}">
                      <a16:creationId xmlns:a16="http://schemas.microsoft.com/office/drawing/2014/main" id="{3CDA7EAE-45D0-ADD3-DF28-E6C0FAA0749E}"/>
                    </a:ext>
                  </a:extLst>
                </p:cNvPr>
                <p:cNvSpPr txBox="1"/>
                <p:nvPr/>
              </p:nvSpPr>
              <p:spPr>
                <a:xfrm>
                  <a:off x="6633870" y="8172876"/>
                  <a:ext cx="998977" cy="39162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8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x</a:t>
                  </a:r>
                  <a:endParaRPr lang="zh-CN" altLang="en-US" sz="2800" b="1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54" name="组合 253">
                  <a:extLst>
                    <a:ext uri="{FF2B5EF4-FFF2-40B4-BE49-F238E27FC236}">
                      <a16:creationId xmlns:a16="http://schemas.microsoft.com/office/drawing/2014/main" id="{F1F59AAC-3C97-BCB8-B126-695B0D5686BA}"/>
                    </a:ext>
                  </a:extLst>
                </p:cNvPr>
                <p:cNvGrpSpPr/>
                <p:nvPr/>
              </p:nvGrpSpPr>
              <p:grpSpPr>
                <a:xfrm>
                  <a:off x="7227863" y="8087599"/>
                  <a:ext cx="467173" cy="505046"/>
                  <a:chOff x="8687810" y="5861894"/>
                  <a:chExt cx="467173" cy="505046"/>
                </a:xfrm>
              </p:grpSpPr>
              <p:sp>
                <p:nvSpPr>
                  <p:cNvPr id="295" name="矩形 294">
                    <a:extLst>
                      <a:ext uri="{FF2B5EF4-FFF2-40B4-BE49-F238E27FC236}">
                        <a16:creationId xmlns:a16="http://schemas.microsoft.com/office/drawing/2014/main" id="{7764A85C-2CEB-3049-7356-2F55E2AC73E4}"/>
                      </a:ext>
                    </a:extLst>
                  </p:cNvPr>
                  <p:cNvSpPr/>
                  <p:nvPr/>
                </p:nvSpPr>
                <p:spPr>
                  <a:xfrm>
                    <a:off x="8725987" y="6005210"/>
                    <a:ext cx="392529" cy="101571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3600">
                      <a:solidFill>
                        <a:schemeClr val="bg2">
                          <a:lumMod val="90000"/>
                        </a:scheme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296" name="组合 295">
                    <a:extLst>
                      <a:ext uri="{FF2B5EF4-FFF2-40B4-BE49-F238E27FC236}">
                        <a16:creationId xmlns:a16="http://schemas.microsoft.com/office/drawing/2014/main" id="{95DB6D97-ED10-3371-804E-1E02B608C170}"/>
                      </a:ext>
                    </a:extLst>
                  </p:cNvPr>
                  <p:cNvGrpSpPr/>
                  <p:nvPr/>
                </p:nvGrpSpPr>
                <p:grpSpPr>
                  <a:xfrm>
                    <a:off x="8687810" y="5861894"/>
                    <a:ext cx="467173" cy="505046"/>
                    <a:chOff x="6204067" y="1439010"/>
                    <a:chExt cx="461625" cy="461625"/>
                  </a:xfrm>
                </p:grpSpPr>
                <p:sp>
                  <p:nvSpPr>
                    <p:cNvPr id="297" name="矩形 296">
                      <a:extLst>
                        <a:ext uri="{FF2B5EF4-FFF2-40B4-BE49-F238E27FC236}">
                          <a16:creationId xmlns:a16="http://schemas.microsoft.com/office/drawing/2014/main" id="{77FB7219-E667-E8AC-185E-6AE2540B60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40077" y="1662843"/>
                      <a:ext cx="389323" cy="193826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298" name="图形 297">
                      <a:extLst>
                        <a:ext uri="{FF2B5EF4-FFF2-40B4-BE49-F238E27FC236}">
                          <a16:creationId xmlns:a16="http://schemas.microsoft.com/office/drawing/2014/main" id="{EB10A8F6-234A-1C68-BB00-D7D48B51CC5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204067" y="1439010"/>
                      <a:ext cx="461625" cy="461625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255" name="组合 254">
                  <a:extLst>
                    <a:ext uri="{FF2B5EF4-FFF2-40B4-BE49-F238E27FC236}">
                      <a16:creationId xmlns:a16="http://schemas.microsoft.com/office/drawing/2014/main" id="{42FE5DED-9181-21C8-72FB-714BC2F96CFD}"/>
                    </a:ext>
                  </a:extLst>
                </p:cNvPr>
                <p:cNvGrpSpPr/>
                <p:nvPr/>
              </p:nvGrpSpPr>
              <p:grpSpPr>
                <a:xfrm>
                  <a:off x="7685396" y="8087407"/>
                  <a:ext cx="467173" cy="505046"/>
                  <a:chOff x="4886767" y="6619762"/>
                  <a:chExt cx="691704" cy="635894"/>
                </a:xfrm>
              </p:grpSpPr>
              <p:sp>
                <p:nvSpPr>
                  <p:cNvPr id="291" name="矩形 290">
                    <a:extLst>
                      <a:ext uri="{FF2B5EF4-FFF2-40B4-BE49-F238E27FC236}">
                        <a16:creationId xmlns:a16="http://schemas.microsoft.com/office/drawing/2014/main" id="{192FD7E1-84FC-1A41-1C44-5212835840E1}"/>
                      </a:ext>
                    </a:extLst>
                  </p:cNvPr>
                  <p:cNvSpPr/>
                  <p:nvPr/>
                </p:nvSpPr>
                <p:spPr>
                  <a:xfrm>
                    <a:off x="4935603" y="6780219"/>
                    <a:ext cx="583366" cy="274465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3600">
                      <a:solidFill>
                        <a:schemeClr val="bg2">
                          <a:lumMod val="90000"/>
                        </a:scheme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292" name="组合 291">
                    <a:extLst>
                      <a:ext uri="{FF2B5EF4-FFF2-40B4-BE49-F238E27FC236}">
                        <a16:creationId xmlns:a16="http://schemas.microsoft.com/office/drawing/2014/main" id="{87D8AECD-CEC3-9191-1D7C-CFA0100125FA}"/>
                      </a:ext>
                    </a:extLst>
                  </p:cNvPr>
                  <p:cNvGrpSpPr/>
                  <p:nvPr/>
                </p:nvGrpSpPr>
                <p:grpSpPr>
                  <a:xfrm>
                    <a:off x="4886767" y="6619762"/>
                    <a:ext cx="691704" cy="635894"/>
                    <a:chOff x="6204067" y="1439010"/>
                    <a:chExt cx="461625" cy="461625"/>
                  </a:xfrm>
                </p:grpSpPr>
                <p:sp>
                  <p:nvSpPr>
                    <p:cNvPr id="293" name="矩形 292">
                      <a:extLst>
                        <a:ext uri="{FF2B5EF4-FFF2-40B4-BE49-F238E27FC236}">
                          <a16:creationId xmlns:a16="http://schemas.microsoft.com/office/drawing/2014/main" id="{159DB977-2C8B-A69B-B07D-77BB28F0C2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40077" y="1657423"/>
                      <a:ext cx="389323" cy="199247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294" name="图形 293">
                      <a:extLst>
                        <a:ext uri="{FF2B5EF4-FFF2-40B4-BE49-F238E27FC236}">
                          <a16:creationId xmlns:a16="http://schemas.microsoft.com/office/drawing/2014/main" id="{6E19DA65-5334-EF79-2DC8-609058F0E83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204067" y="1439010"/>
                      <a:ext cx="461625" cy="461625"/>
                    </a:xfrm>
                    <a:prstGeom prst="rect">
                      <a:avLst/>
                    </a:prstGeom>
                  </p:spPr>
                </p:pic>
              </p:grpSp>
            </p:grpSp>
            <p:cxnSp>
              <p:nvCxnSpPr>
                <p:cNvPr id="256" name="直线连接符 255">
                  <a:extLst>
                    <a:ext uri="{FF2B5EF4-FFF2-40B4-BE49-F238E27FC236}">
                      <a16:creationId xmlns:a16="http://schemas.microsoft.com/office/drawing/2014/main" id="{019C2F73-894E-292E-AB3F-08957BC5C3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91009" y="8387472"/>
                  <a:ext cx="471354" cy="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57" name="组合 256">
                  <a:extLst>
                    <a:ext uri="{FF2B5EF4-FFF2-40B4-BE49-F238E27FC236}">
                      <a16:creationId xmlns:a16="http://schemas.microsoft.com/office/drawing/2014/main" id="{04D4D7EC-AC6E-7CE7-0BA2-1F704EBE58E6}"/>
                    </a:ext>
                  </a:extLst>
                </p:cNvPr>
                <p:cNvGrpSpPr/>
                <p:nvPr/>
              </p:nvGrpSpPr>
              <p:grpSpPr>
                <a:xfrm>
                  <a:off x="8143579" y="8086837"/>
                  <a:ext cx="467173" cy="505046"/>
                  <a:chOff x="6204067" y="1439010"/>
                  <a:chExt cx="461625" cy="461625"/>
                </a:xfrm>
              </p:grpSpPr>
              <p:sp>
                <p:nvSpPr>
                  <p:cNvPr id="289" name="矩形 288">
                    <a:extLst>
                      <a:ext uri="{FF2B5EF4-FFF2-40B4-BE49-F238E27FC236}">
                        <a16:creationId xmlns:a16="http://schemas.microsoft.com/office/drawing/2014/main" id="{FD3EB675-B4A5-4947-EC1C-1CFA7AD7A8F0}"/>
                      </a:ext>
                    </a:extLst>
                  </p:cNvPr>
                  <p:cNvSpPr/>
                  <p:nvPr/>
                </p:nvSpPr>
                <p:spPr>
                  <a:xfrm>
                    <a:off x="6240077" y="1540611"/>
                    <a:ext cx="389323" cy="316581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3600">
                      <a:solidFill>
                        <a:schemeClr val="bg2">
                          <a:lumMod val="90000"/>
                        </a:scheme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pic>
                <p:nvPicPr>
                  <p:cNvPr id="290" name="图形 289">
                    <a:extLst>
                      <a:ext uri="{FF2B5EF4-FFF2-40B4-BE49-F238E27FC236}">
                        <a16:creationId xmlns:a16="http://schemas.microsoft.com/office/drawing/2014/main" id="{2B27CCCF-6ABF-6813-5266-2318CF27087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204067" y="1439010"/>
                    <a:ext cx="461625" cy="461625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58" name="组合 257">
                  <a:extLst>
                    <a:ext uri="{FF2B5EF4-FFF2-40B4-BE49-F238E27FC236}">
                      <a16:creationId xmlns:a16="http://schemas.microsoft.com/office/drawing/2014/main" id="{9C055182-69CC-598E-F077-76430A3CC424}"/>
                    </a:ext>
                  </a:extLst>
                </p:cNvPr>
                <p:cNvGrpSpPr/>
                <p:nvPr/>
              </p:nvGrpSpPr>
              <p:grpSpPr>
                <a:xfrm>
                  <a:off x="7136272" y="7960960"/>
                  <a:ext cx="1628489" cy="206120"/>
                  <a:chOff x="7155234" y="8408724"/>
                  <a:chExt cx="1628489" cy="206120"/>
                </a:xfrm>
              </p:grpSpPr>
              <p:sp>
                <p:nvSpPr>
                  <p:cNvPr id="285" name="文本框 284">
                    <a:extLst>
                      <a:ext uri="{FF2B5EF4-FFF2-40B4-BE49-F238E27FC236}">
                        <a16:creationId xmlns:a16="http://schemas.microsoft.com/office/drawing/2014/main" id="{61457694-EE47-8064-3AC8-082A668A36ED}"/>
                      </a:ext>
                    </a:extLst>
                  </p:cNvPr>
                  <p:cNvSpPr txBox="1"/>
                  <p:nvPr/>
                </p:nvSpPr>
                <p:spPr>
                  <a:xfrm>
                    <a:off x="7585022" y="8408724"/>
                    <a:ext cx="692066" cy="2061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kumimoji="1" lang="en-US" altLang="zh-CN" sz="12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DELETE</a:t>
                    </a:r>
                    <a:endParaRPr lang="zh-CN" altLang="en-US" sz="1200" dirty="0"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86" name="文本框 285">
                    <a:extLst>
                      <a:ext uri="{FF2B5EF4-FFF2-40B4-BE49-F238E27FC236}">
                        <a16:creationId xmlns:a16="http://schemas.microsoft.com/office/drawing/2014/main" id="{2E8BB7D3-C928-521B-F12D-21F4ED2CA661}"/>
                      </a:ext>
                    </a:extLst>
                  </p:cNvPr>
                  <p:cNvSpPr txBox="1"/>
                  <p:nvPr/>
                </p:nvSpPr>
                <p:spPr>
                  <a:xfrm>
                    <a:off x="8091657" y="8408724"/>
                    <a:ext cx="692066" cy="2061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kumimoji="1" lang="en-US" altLang="zh-CN" sz="12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DROP</a:t>
                    </a:r>
                    <a:endParaRPr lang="zh-CN" altLang="en-US" sz="1200" dirty="0"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pic>
                <p:nvPicPr>
                  <p:cNvPr id="287" name="图形 286">
                    <a:extLst>
                      <a:ext uri="{FF2B5EF4-FFF2-40B4-BE49-F238E27FC236}">
                        <a16:creationId xmlns:a16="http://schemas.microsoft.com/office/drawing/2014/main" id="{C36FBD66-FA32-596E-FBC7-E9EB9954F2C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162363" y="8482213"/>
                    <a:ext cx="119487" cy="119487"/>
                  </a:xfrm>
                  <a:prstGeom prst="rect">
                    <a:avLst/>
                  </a:prstGeom>
                </p:spPr>
              </p:pic>
              <p:sp>
                <p:nvSpPr>
                  <p:cNvPr id="288" name="文本框 287">
                    <a:extLst>
                      <a:ext uri="{FF2B5EF4-FFF2-40B4-BE49-F238E27FC236}">
                        <a16:creationId xmlns:a16="http://schemas.microsoft.com/office/drawing/2014/main" id="{4D2489C6-2FC7-4EE5-2F29-852434D24B26}"/>
                      </a:ext>
                    </a:extLst>
                  </p:cNvPr>
                  <p:cNvSpPr txBox="1"/>
                  <p:nvPr/>
                </p:nvSpPr>
                <p:spPr>
                  <a:xfrm>
                    <a:off x="7155234" y="8408724"/>
                    <a:ext cx="629636" cy="2061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kumimoji="1" lang="en-US" altLang="zh-CN" sz="12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SELECT</a:t>
                    </a:r>
                    <a:endParaRPr lang="zh-CN" altLang="en-US" sz="1200" dirty="0"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259" name="文本框 258">
                  <a:extLst>
                    <a:ext uri="{FF2B5EF4-FFF2-40B4-BE49-F238E27FC236}">
                      <a16:creationId xmlns:a16="http://schemas.microsoft.com/office/drawing/2014/main" id="{1E9AFC15-84CB-6E7C-59F3-05C892FB80B9}"/>
                    </a:ext>
                  </a:extLst>
                </p:cNvPr>
                <p:cNvSpPr txBox="1"/>
                <p:nvPr/>
              </p:nvSpPr>
              <p:spPr>
                <a:xfrm>
                  <a:off x="8131934" y="8256864"/>
                  <a:ext cx="482828" cy="30917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0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❌</a:t>
                  </a:r>
                  <a:endPara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60" name="文本框 259">
                  <a:extLst>
                    <a:ext uri="{FF2B5EF4-FFF2-40B4-BE49-F238E27FC236}">
                      <a16:creationId xmlns:a16="http://schemas.microsoft.com/office/drawing/2014/main" id="{4DB808C2-85C9-74FD-21EB-944E24933B27}"/>
                    </a:ext>
                  </a:extLst>
                </p:cNvPr>
                <p:cNvSpPr txBox="1"/>
                <p:nvPr/>
              </p:nvSpPr>
              <p:spPr>
                <a:xfrm>
                  <a:off x="7451028" y="8506467"/>
                  <a:ext cx="998977" cy="25319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16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Operations</a:t>
                  </a:r>
                  <a:endPara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61" name="文本框 260">
                  <a:extLst>
                    <a:ext uri="{FF2B5EF4-FFF2-40B4-BE49-F238E27FC236}">
                      <a16:creationId xmlns:a16="http://schemas.microsoft.com/office/drawing/2014/main" id="{1C92C598-B2FA-E5E6-9A17-6419B7BB32EA}"/>
                    </a:ext>
                  </a:extLst>
                </p:cNvPr>
                <p:cNvSpPr txBox="1"/>
                <p:nvPr/>
              </p:nvSpPr>
              <p:spPr>
                <a:xfrm>
                  <a:off x="5922153" y="8506467"/>
                  <a:ext cx="998977" cy="25319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16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Objects</a:t>
                  </a:r>
                  <a:endParaRPr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62" name="组合 261">
                  <a:extLst>
                    <a:ext uri="{FF2B5EF4-FFF2-40B4-BE49-F238E27FC236}">
                      <a16:creationId xmlns:a16="http://schemas.microsoft.com/office/drawing/2014/main" id="{D14260B6-2623-2659-9F59-5708E1370728}"/>
                    </a:ext>
                  </a:extLst>
                </p:cNvPr>
                <p:cNvGrpSpPr/>
                <p:nvPr/>
              </p:nvGrpSpPr>
              <p:grpSpPr>
                <a:xfrm>
                  <a:off x="5786294" y="7916663"/>
                  <a:ext cx="607275" cy="701068"/>
                  <a:chOff x="9740059" y="6993733"/>
                  <a:chExt cx="607275" cy="701068"/>
                </a:xfrm>
              </p:grpSpPr>
              <p:grpSp>
                <p:nvGrpSpPr>
                  <p:cNvPr id="276" name="组合 275">
                    <a:extLst>
                      <a:ext uri="{FF2B5EF4-FFF2-40B4-BE49-F238E27FC236}">
                        <a16:creationId xmlns:a16="http://schemas.microsoft.com/office/drawing/2014/main" id="{0731165D-5AFB-F4C7-9A21-29FAA67C944F}"/>
                      </a:ext>
                    </a:extLst>
                  </p:cNvPr>
                  <p:cNvGrpSpPr/>
                  <p:nvPr/>
                </p:nvGrpSpPr>
                <p:grpSpPr>
                  <a:xfrm>
                    <a:off x="9740059" y="6993733"/>
                    <a:ext cx="467173" cy="505046"/>
                    <a:chOff x="7883189" y="7231499"/>
                    <a:chExt cx="467173" cy="505046"/>
                  </a:xfrm>
                </p:grpSpPr>
                <p:sp>
                  <p:nvSpPr>
                    <p:cNvPr id="283" name="矩形 282">
                      <a:extLst>
                        <a:ext uri="{FF2B5EF4-FFF2-40B4-BE49-F238E27FC236}">
                          <a16:creationId xmlns:a16="http://schemas.microsoft.com/office/drawing/2014/main" id="{07D960F8-11B7-25F3-4E45-AB173203DF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19632" y="7374682"/>
                      <a:ext cx="394002" cy="313764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284" name="图形 283">
                      <a:extLst>
                        <a:ext uri="{FF2B5EF4-FFF2-40B4-BE49-F238E27FC236}">
                          <a16:creationId xmlns:a16="http://schemas.microsoft.com/office/drawing/2014/main" id="{89ADE271-17A3-E9A6-311B-48F087C43D1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883189" y="7231499"/>
                      <a:ext cx="467173" cy="50504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277" name="组合 276">
                    <a:extLst>
                      <a:ext uri="{FF2B5EF4-FFF2-40B4-BE49-F238E27FC236}">
                        <a16:creationId xmlns:a16="http://schemas.microsoft.com/office/drawing/2014/main" id="{4E8F4ABF-F6AB-6918-951C-2B4689F2421D}"/>
                      </a:ext>
                    </a:extLst>
                  </p:cNvPr>
                  <p:cNvGrpSpPr/>
                  <p:nvPr/>
                </p:nvGrpSpPr>
                <p:grpSpPr>
                  <a:xfrm>
                    <a:off x="9810110" y="7085901"/>
                    <a:ext cx="467173" cy="505046"/>
                    <a:chOff x="7883189" y="7231499"/>
                    <a:chExt cx="467173" cy="505046"/>
                  </a:xfrm>
                </p:grpSpPr>
                <p:sp>
                  <p:nvSpPr>
                    <p:cNvPr id="281" name="矩形 280">
                      <a:extLst>
                        <a:ext uri="{FF2B5EF4-FFF2-40B4-BE49-F238E27FC236}">
                          <a16:creationId xmlns:a16="http://schemas.microsoft.com/office/drawing/2014/main" id="{B9BBA3AF-F630-FF01-3668-6278CE895F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19632" y="7374682"/>
                      <a:ext cx="394002" cy="313764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282" name="图形 281">
                      <a:extLst>
                        <a:ext uri="{FF2B5EF4-FFF2-40B4-BE49-F238E27FC236}">
                          <a16:creationId xmlns:a16="http://schemas.microsoft.com/office/drawing/2014/main" id="{A7E858B9-B48E-7795-E3BC-F153C72E914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883189" y="7231499"/>
                      <a:ext cx="467173" cy="50504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278" name="组合 277">
                    <a:extLst>
                      <a:ext uri="{FF2B5EF4-FFF2-40B4-BE49-F238E27FC236}">
                        <a16:creationId xmlns:a16="http://schemas.microsoft.com/office/drawing/2014/main" id="{FB626C52-AC5E-31DD-5088-AD6D2FCF62AD}"/>
                      </a:ext>
                    </a:extLst>
                  </p:cNvPr>
                  <p:cNvGrpSpPr/>
                  <p:nvPr/>
                </p:nvGrpSpPr>
                <p:grpSpPr>
                  <a:xfrm>
                    <a:off x="9880161" y="7189755"/>
                    <a:ext cx="467173" cy="505046"/>
                    <a:chOff x="7883189" y="7231499"/>
                    <a:chExt cx="467173" cy="505046"/>
                  </a:xfrm>
                </p:grpSpPr>
                <p:sp>
                  <p:nvSpPr>
                    <p:cNvPr id="279" name="矩形 278">
                      <a:extLst>
                        <a:ext uri="{FF2B5EF4-FFF2-40B4-BE49-F238E27FC236}">
                          <a16:creationId xmlns:a16="http://schemas.microsoft.com/office/drawing/2014/main" id="{0282A2BA-A6ED-2044-7A92-B28038C0B8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19632" y="7374682"/>
                      <a:ext cx="394002" cy="313764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280" name="图形 279">
                      <a:extLst>
                        <a:ext uri="{FF2B5EF4-FFF2-40B4-BE49-F238E27FC236}">
                          <a16:creationId xmlns:a16="http://schemas.microsoft.com/office/drawing/2014/main" id="{8622E881-EA94-9021-2FBF-4A24CF3D957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883189" y="7231499"/>
                      <a:ext cx="467173" cy="505046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263" name="组合 262">
                  <a:extLst>
                    <a:ext uri="{FF2B5EF4-FFF2-40B4-BE49-F238E27FC236}">
                      <a16:creationId xmlns:a16="http://schemas.microsoft.com/office/drawing/2014/main" id="{C8E406F8-2E50-DC01-2E33-34AED13E3271}"/>
                    </a:ext>
                  </a:extLst>
                </p:cNvPr>
                <p:cNvGrpSpPr/>
                <p:nvPr/>
              </p:nvGrpSpPr>
              <p:grpSpPr>
                <a:xfrm>
                  <a:off x="6385199" y="7916663"/>
                  <a:ext cx="607275" cy="701068"/>
                  <a:chOff x="9740059" y="6993733"/>
                  <a:chExt cx="607275" cy="701068"/>
                </a:xfrm>
              </p:grpSpPr>
              <p:grpSp>
                <p:nvGrpSpPr>
                  <p:cNvPr id="267" name="组合 266">
                    <a:extLst>
                      <a:ext uri="{FF2B5EF4-FFF2-40B4-BE49-F238E27FC236}">
                        <a16:creationId xmlns:a16="http://schemas.microsoft.com/office/drawing/2014/main" id="{4A56923D-8D8E-1B04-6ECD-5E367616C1BE}"/>
                      </a:ext>
                    </a:extLst>
                  </p:cNvPr>
                  <p:cNvGrpSpPr/>
                  <p:nvPr/>
                </p:nvGrpSpPr>
                <p:grpSpPr>
                  <a:xfrm>
                    <a:off x="9740059" y="6993733"/>
                    <a:ext cx="467173" cy="505046"/>
                    <a:chOff x="7883189" y="7231499"/>
                    <a:chExt cx="467173" cy="505046"/>
                  </a:xfrm>
                </p:grpSpPr>
                <p:sp>
                  <p:nvSpPr>
                    <p:cNvPr id="274" name="矩形 273">
                      <a:extLst>
                        <a:ext uri="{FF2B5EF4-FFF2-40B4-BE49-F238E27FC236}">
                          <a16:creationId xmlns:a16="http://schemas.microsoft.com/office/drawing/2014/main" id="{8667D7E9-5721-EE1B-782E-55A5CB1CF0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19632" y="7374682"/>
                      <a:ext cx="394002" cy="313764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275" name="图形 274">
                      <a:extLst>
                        <a:ext uri="{FF2B5EF4-FFF2-40B4-BE49-F238E27FC236}">
                          <a16:creationId xmlns:a16="http://schemas.microsoft.com/office/drawing/2014/main" id="{30C15268-A89D-1EA6-6ECD-78732482F01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883189" y="7231499"/>
                      <a:ext cx="467173" cy="50504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268" name="组合 267">
                    <a:extLst>
                      <a:ext uri="{FF2B5EF4-FFF2-40B4-BE49-F238E27FC236}">
                        <a16:creationId xmlns:a16="http://schemas.microsoft.com/office/drawing/2014/main" id="{BB52AE46-5BB1-717B-2E19-92B986FDCA2E}"/>
                      </a:ext>
                    </a:extLst>
                  </p:cNvPr>
                  <p:cNvGrpSpPr/>
                  <p:nvPr/>
                </p:nvGrpSpPr>
                <p:grpSpPr>
                  <a:xfrm>
                    <a:off x="9810110" y="7085901"/>
                    <a:ext cx="467173" cy="505046"/>
                    <a:chOff x="7883189" y="7231499"/>
                    <a:chExt cx="467173" cy="505046"/>
                  </a:xfrm>
                </p:grpSpPr>
                <p:sp>
                  <p:nvSpPr>
                    <p:cNvPr id="272" name="矩形 271">
                      <a:extLst>
                        <a:ext uri="{FF2B5EF4-FFF2-40B4-BE49-F238E27FC236}">
                          <a16:creationId xmlns:a16="http://schemas.microsoft.com/office/drawing/2014/main" id="{BE54F7B4-FD4E-6F75-DAC1-DBB04EC104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19632" y="7374682"/>
                      <a:ext cx="394002" cy="313764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273" name="图形 272">
                      <a:extLst>
                        <a:ext uri="{FF2B5EF4-FFF2-40B4-BE49-F238E27FC236}">
                          <a16:creationId xmlns:a16="http://schemas.microsoft.com/office/drawing/2014/main" id="{DC932D7E-1699-C949-123F-30E94E062B3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883189" y="7231499"/>
                      <a:ext cx="467173" cy="505046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269" name="组合 268">
                    <a:extLst>
                      <a:ext uri="{FF2B5EF4-FFF2-40B4-BE49-F238E27FC236}">
                        <a16:creationId xmlns:a16="http://schemas.microsoft.com/office/drawing/2014/main" id="{220D6BFF-9FF4-9450-E16F-7C144B55EE73}"/>
                      </a:ext>
                    </a:extLst>
                  </p:cNvPr>
                  <p:cNvGrpSpPr/>
                  <p:nvPr/>
                </p:nvGrpSpPr>
                <p:grpSpPr>
                  <a:xfrm>
                    <a:off x="9880161" y="7189755"/>
                    <a:ext cx="467173" cy="505046"/>
                    <a:chOff x="7883189" y="7231499"/>
                    <a:chExt cx="467173" cy="505046"/>
                  </a:xfrm>
                </p:grpSpPr>
                <p:sp>
                  <p:nvSpPr>
                    <p:cNvPr id="270" name="矩形 269">
                      <a:extLst>
                        <a:ext uri="{FF2B5EF4-FFF2-40B4-BE49-F238E27FC236}">
                          <a16:creationId xmlns:a16="http://schemas.microsoft.com/office/drawing/2014/main" id="{5C882F1A-DC62-4BAF-05AE-01FD512910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19633" y="7374683"/>
                      <a:ext cx="394002" cy="313765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3600">
                        <a:solidFill>
                          <a:schemeClr val="bg2">
                            <a:lumMod val="9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pic>
                  <p:nvPicPr>
                    <p:cNvPr id="271" name="图形 270">
                      <a:extLst>
                        <a:ext uri="{FF2B5EF4-FFF2-40B4-BE49-F238E27FC236}">
                          <a16:creationId xmlns:a16="http://schemas.microsoft.com/office/drawing/2014/main" id="{D0325F64-99C3-CE9B-8379-433C6A5ED3B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883189" y="7231499"/>
                      <a:ext cx="467173" cy="505046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264" name="图形 263">
                  <a:extLst>
                    <a:ext uri="{FF2B5EF4-FFF2-40B4-BE49-F238E27FC236}">
                      <a16:creationId xmlns:a16="http://schemas.microsoft.com/office/drawing/2014/main" id="{87916D61-24CC-8E7C-59F9-33E43E1924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26403" y="8280286"/>
                  <a:ext cx="256916" cy="256916"/>
                </a:xfrm>
                <a:prstGeom prst="rect">
                  <a:avLst/>
                </a:prstGeom>
              </p:spPr>
            </p:pic>
            <p:sp>
              <p:nvSpPr>
                <p:cNvPr id="265" name="圆角矩形 264">
                  <a:extLst>
                    <a:ext uri="{FF2B5EF4-FFF2-40B4-BE49-F238E27FC236}">
                      <a16:creationId xmlns:a16="http://schemas.microsoft.com/office/drawing/2014/main" id="{872A5A35-465D-6A6A-3387-E15BAA861126}"/>
                    </a:ext>
                  </a:extLst>
                </p:cNvPr>
                <p:cNvSpPr/>
                <p:nvPr/>
              </p:nvSpPr>
              <p:spPr>
                <a:xfrm>
                  <a:off x="5719938" y="7916663"/>
                  <a:ext cx="1327704" cy="871724"/>
                </a:xfrm>
                <a:prstGeom prst="roundRect">
                  <a:avLst>
                    <a:gd name="adj" fmla="val 11610"/>
                  </a:avLst>
                </a:prstGeom>
                <a:noFill/>
                <a:ln w="19050">
                  <a:solidFill>
                    <a:schemeClr val="bg1">
                      <a:lumMod val="85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32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            </a:t>
                  </a:r>
                  <a:endParaRPr kumimoji="1" lang="en-US" altLang="zh-CN" sz="32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66" name="圆角矩形 265">
                  <a:extLst>
                    <a:ext uri="{FF2B5EF4-FFF2-40B4-BE49-F238E27FC236}">
                      <a16:creationId xmlns:a16="http://schemas.microsoft.com/office/drawing/2014/main" id="{B54B2165-2500-07E9-7AE8-A398728CFAB8}"/>
                    </a:ext>
                  </a:extLst>
                </p:cNvPr>
                <p:cNvSpPr/>
                <p:nvPr/>
              </p:nvSpPr>
              <p:spPr>
                <a:xfrm>
                  <a:off x="7212397" y="7909659"/>
                  <a:ext cx="1423401" cy="871724"/>
                </a:xfrm>
                <a:prstGeom prst="roundRect">
                  <a:avLst>
                    <a:gd name="adj" fmla="val 11610"/>
                  </a:avLst>
                </a:prstGeom>
                <a:noFill/>
                <a:ln w="19050">
                  <a:solidFill>
                    <a:schemeClr val="bg1">
                      <a:lumMod val="85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3200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             </a:t>
                  </a:r>
                  <a:endParaRPr kumimoji="1" lang="en-US" altLang="zh-CN" sz="32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215" name="文本框 214">
                <a:extLst>
                  <a:ext uri="{FF2B5EF4-FFF2-40B4-BE49-F238E27FC236}">
                    <a16:creationId xmlns:a16="http://schemas.microsoft.com/office/drawing/2014/main" id="{A2965DF4-F094-718C-1D1F-A593DA0CB093}"/>
                  </a:ext>
                </a:extLst>
              </p:cNvPr>
              <p:cNvSpPr txBox="1"/>
              <p:nvPr/>
            </p:nvSpPr>
            <p:spPr>
              <a:xfrm>
                <a:off x="4745471" y="3866789"/>
                <a:ext cx="1287982" cy="198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Databases</a:t>
                </a:r>
                <a:endParaRPr lang="zh-CN" alt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6" name="圆角矩形 215">
                <a:extLst>
                  <a:ext uri="{FF2B5EF4-FFF2-40B4-BE49-F238E27FC236}">
                    <a16:creationId xmlns:a16="http://schemas.microsoft.com/office/drawing/2014/main" id="{B460D71B-D6FF-A01E-68C3-96271FE29C74}"/>
                  </a:ext>
                </a:extLst>
              </p:cNvPr>
              <p:cNvSpPr/>
              <p:nvPr/>
            </p:nvSpPr>
            <p:spPr>
              <a:xfrm>
                <a:off x="6074566" y="2978217"/>
                <a:ext cx="989033" cy="819022"/>
              </a:xfrm>
              <a:prstGeom prst="roundRect">
                <a:avLst>
                  <a:gd name="adj" fmla="val 11610"/>
                </a:avLst>
              </a:prstGeom>
              <a:noFill/>
              <a:ln w="190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          </a:t>
                </a:r>
                <a:endParaRPr kumimoji="1" lang="en-US" altLang="zh-CN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17" name="组合 216">
                <a:extLst>
                  <a:ext uri="{FF2B5EF4-FFF2-40B4-BE49-F238E27FC236}">
                    <a16:creationId xmlns:a16="http://schemas.microsoft.com/office/drawing/2014/main" id="{4034E04A-01E1-B4CA-7BD7-CCD053459F0D}"/>
                  </a:ext>
                </a:extLst>
              </p:cNvPr>
              <p:cNvGrpSpPr/>
              <p:nvPr/>
            </p:nvGrpSpPr>
            <p:grpSpPr>
              <a:xfrm>
                <a:off x="6304443" y="3251777"/>
                <a:ext cx="744681" cy="411111"/>
                <a:chOff x="8612645" y="6409560"/>
                <a:chExt cx="1074060" cy="594314"/>
              </a:xfrm>
            </p:grpSpPr>
            <p:pic>
              <p:nvPicPr>
                <p:cNvPr id="251" name="图片 250">
                  <a:extLst>
                    <a:ext uri="{FF2B5EF4-FFF2-40B4-BE49-F238E27FC236}">
                      <a16:creationId xmlns:a16="http://schemas.microsoft.com/office/drawing/2014/main" id="{EC65AC75-95F9-5954-042E-338E763DAE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612645" y="6409560"/>
                  <a:ext cx="1074060" cy="594314"/>
                </a:xfrm>
                <a:prstGeom prst="rect">
                  <a:avLst/>
                </a:prstGeom>
              </p:spPr>
            </p:pic>
            <p:pic>
              <p:nvPicPr>
                <p:cNvPr id="252" name="图形 251">
                  <a:extLst>
                    <a:ext uri="{FF2B5EF4-FFF2-40B4-BE49-F238E27FC236}">
                      <a16:creationId xmlns:a16="http://schemas.microsoft.com/office/drawing/2014/main" id="{F3C387EB-A8E7-6CF6-C1E6-2D732927A6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08179" y="6836073"/>
                  <a:ext cx="646128" cy="161532"/>
                </a:xfrm>
                <a:prstGeom prst="rect">
                  <a:avLst/>
                </a:prstGeom>
              </p:spPr>
            </p:pic>
          </p:grpSp>
          <p:pic>
            <p:nvPicPr>
              <p:cNvPr id="218" name="Picture 10" descr="Website Icon">
                <a:extLst>
                  <a:ext uri="{FF2B5EF4-FFF2-40B4-BE49-F238E27FC236}">
                    <a16:creationId xmlns:a16="http://schemas.microsoft.com/office/drawing/2014/main" id="{349C2C39-B264-E869-DF4D-675A8BC5D7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14739" y="3031038"/>
                <a:ext cx="416890" cy="3232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19" name="图形 218">
                <a:extLst>
                  <a:ext uri="{FF2B5EF4-FFF2-40B4-BE49-F238E27FC236}">
                    <a16:creationId xmlns:a16="http://schemas.microsoft.com/office/drawing/2014/main" id="{02041AF8-1D03-9601-4899-74CDAD2F34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6584248" y="3079262"/>
                <a:ext cx="210306" cy="226826"/>
              </a:xfrm>
              <a:prstGeom prst="rect">
                <a:avLst/>
              </a:prstGeom>
            </p:spPr>
          </p:pic>
          <p:pic>
            <p:nvPicPr>
              <p:cNvPr id="220" name="图形 219">
                <a:extLst>
                  <a:ext uri="{FF2B5EF4-FFF2-40B4-BE49-F238E27FC236}">
                    <a16:creationId xmlns:a16="http://schemas.microsoft.com/office/drawing/2014/main" id="{00176DB6-C624-43E2-B5A0-3317170CB3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6157837" y="3417200"/>
                <a:ext cx="238442" cy="257172"/>
              </a:xfrm>
              <a:prstGeom prst="rect">
                <a:avLst/>
              </a:prstGeom>
            </p:spPr>
          </p:pic>
          <p:sp>
            <p:nvSpPr>
              <p:cNvPr id="221" name="圆角矩形 220">
                <a:extLst>
                  <a:ext uri="{FF2B5EF4-FFF2-40B4-BE49-F238E27FC236}">
                    <a16:creationId xmlns:a16="http://schemas.microsoft.com/office/drawing/2014/main" id="{D76A4CC0-99B8-5F74-BF57-857C5DA1C146}"/>
                  </a:ext>
                </a:extLst>
              </p:cNvPr>
              <p:cNvSpPr/>
              <p:nvPr/>
            </p:nvSpPr>
            <p:spPr>
              <a:xfrm>
                <a:off x="6573624" y="3052165"/>
                <a:ext cx="443033" cy="285135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D280A340-EBD1-B790-A663-5F338EF7EA51}"/>
                  </a:ext>
                </a:extLst>
              </p:cNvPr>
              <p:cNvSpPr txBox="1"/>
              <p:nvPr/>
            </p:nvSpPr>
            <p:spPr>
              <a:xfrm>
                <a:off x="6694089" y="3031038"/>
                <a:ext cx="398286" cy="1537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" altLang="zh-CN" sz="11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BLIP</a:t>
                </a:r>
              </a:p>
            </p:txBody>
          </p:sp>
          <p:sp>
            <p:nvSpPr>
              <p:cNvPr id="224" name="文本框 223">
                <a:extLst>
                  <a:ext uri="{FF2B5EF4-FFF2-40B4-BE49-F238E27FC236}">
                    <a16:creationId xmlns:a16="http://schemas.microsoft.com/office/drawing/2014/main" id="{9F897D02-62F0-DCB1-CF3F-6A7A2A14263C}"/>
                  </a:ext>
                </a:extLst>
              </p:cNvPr>
              <p:cNvSpPr txBox="1"/>
              <p:nvPr/>
            </p:nvSpPr>
            <p:spPr>
              <a:xfrm>
                <a:off x="6696610" y="3162950"/>
                <a:ext cx="443243" cy="1537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" altLang="zh-CN" sz="11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BART</a:t>
                </a:r>
              </a:p>
            </p:txBody>
          </p:sp>
          <p:sp>
            <p:nvSpPr>
              <p:cNvPr id="225" name="圆角矩形 224">
                <a:extLst>
                  <a:ext uri="{FF2B5EF4-FFF2-40B4-BE49-F238E27FC236}">
                    <a16:creationId xmlns:a16="http://schemas.microsoft.com/office/drawing/2014/main" id="{7024C834-FBF2-6123-2C95-0B38BD28B0D4}"/>
                  </a:ext>
                </a:extLst>
              </p:cNvPr>
              <p:cNvSpPr/>
              <p:nvPr/>
            </p:nvSpPr>
            <p:spPr>
              <a:xfrm>
                <a:off x="6114740" y="3050165"/>
                <a:ext cx="418349" cy="285135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6" name="圆角矩形 225">
                <a:extLst>
                  <a:ext uri="{FF2B5EF4-FFF2-40B4-BE49-F238E27FC236}">
                    <a16:creationId xmlns:a16="http://schemas.microsoft.com/office/drawing/2014/main" id="{713C2541-7AAC-4817-1441-860E9E491745}"/>
                  </a:ext>
                </a:extLst>
              </p:cNvPr>
              <p:cNvSpPr/>
              <p:nvPr/>
            </p:nvSpPr>
            <p:spPr>
              <a:xfrm>
                <a:off x="6127592" y="3388722"/>
                <a:ext cx="876064" cy="285135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227" name="Picture 14" descr="Toolbox - Free Tools and utensils icons">
                <a:hlinkClick r:id="rId18"/>
                <a:extLst>
                  <a:ext uri="{FF2B5EF4-FFF2-40B4-BE49-F238E27FC236}">
                    <a16:creationId xmlns:a16="http://schemas.microsoft.com/office/drawing/2014/main" id="{D3619DCE-B658-77D8-BA28-71CE57F929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31051" y="2717024"/>
                <a:ext cx="214602" cy="24498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28" name="组合 227">
                <a:extLst>
                  <a:ext uri="{FF2B5EF4-FFF2-40B4-BE49-F238E27FC236}">
                    <a16:creationId xmlns:a16="http://schemas.microsoft.com/office/drawing/2014/main" id="{66A420F7-C415-A7A5-7890-456D4CFF36C9}"/>
                  </a:ext>
                </a:extLst>
              </p:cNvPr>
              <p:cNvGrpSpPr/>
              <p:nvPr/>
            </p:nvGrpSpPr>
            <p:grpSpPr>
              <a:xfrm>
                <a:off x="3994378" y="3824484"/>
                <a:ext cx="1061982" cy="337752"/>
                <a:chOff x="6963336" y="7166639"/>
                <a:chExt cx="1751282" cy="505039"/>
              </a:xfrm>
            </p:grpSpPr>
            <p:pic>
              <p:nvPicPr>
                <p:cNvPr id="246" name="图形 245">
                  <a:extLst>
                    <a:ext uri="{FF2B5EF4-FFF2-40B4-BE49-F238E27FC236}">
                      <a16:creationId xmlns:a16="http://schemas.microsoft.com/office/drawing/2014/main" id="{84A26586-219C-6F00-B216-3B5FF9A94A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865141" y="7267061"/>
                  <a:ext cx="304195" cy="304195"/>
                </a:xfrm>
                <a:prstGeom prst="rect">
                  <a:avLst/>
                </a:prstGeom>
              </p:spPr>
            </p:pic>
            <p:pic>
              <p:nvPicPr>
                <p:cNvPr id="247" name="图形 246">
                  <a:extLst>
                    <a:ext uri="{FF2B5EF4-FFF2-40B4-BE49-F238E27FC236}">
                      <a16:creationId xmlns:a16="http://schemas.microsoft.com/office/drawing/2014/main" id="{D923063B-C083-02AE-0C90-0B1CAE4394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2">
                  <a:extLst>
                    <a:ext uri="{96DAC541-7B7A-43D3-8B79-37D633B846F1}">
                      <asvg:svgBlip xmlns:asvg="http://schemas.microsoft.com/office/drawing/2016/SVG/main" r:embed="rId2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09579" y="7166639"/>
                  <a:ext cx="505039" cy="505039"/>
                </a:xfrm>
                <a:prstGeom prst="rect">
                  <a:avLst/>
                </a:prstGeom>
              </p:spPr>
            </p:pic>
            <p:pic>
              <p:nvPicPr>
                <p:cNvPr id="248" name="图片 247">
                  <a:extLst>
                    <a:ext uri="{FF2B5EF4-FFF2-40B4-BE49-F238E27FC236}">
                      <a16:creationId xmlns:a16="http://schemas.microsoft.com/office/drawing/2014/main" id="{FD05EDD3-89E4-660D-5800-AC78845D69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963336" y="7250365"/>
                  <a:ext cx="417804" cy="337586"/>
                </a:xfrm>
                <a:prstGeom prst="rect">
                  <a:avLst/>
                </a:prstGeom>
              </p:spPr>
            </p:pic>
            <p:pic>
              <p:nvPicPr>
                <p:cNvPr id="249" name="Picture 4">
                  <a:extLst>
                    <a:ext uri="{FF2B5EF4-FFF2-40B4-BE49-F238E27FC236}">
                      <a16:creationId xmlns:a16="http://schemas.microsoft.com/office/drawing/2014/main" id="{B30EB0EC-B1B4-A68A-B3A8-AD84273D8FE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21513" b="21522"/>
                <a:stretch/>
              </p:blipFill>
              <p:spPr bwMode="auto">
                <a:xfrm>
                  <a:off x="7419977" y="7233973"/>
                  <a:ext cx="370370" cy="37037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229" name="文本框 228">
                <a:extLst>
                  <a:ext uri="{FF2B5EF4-FFF2-40B4-BE49-F238E27FC236}">
                    <a16:creationId xmlns:a16="http://schemas.microsoft.com/office/drawing/2014/main" id="{3BE61C94-19E9-4D84-C73D-640185749AFC}"/>
                  </a:ext>
                </a:extLst>
              </p:cNvPr>
              <p:cNvSpPr txBox="1"/>
              <p:nvPr/>
            </p:nvSpPr>
            <p:spPr>
              <a:xfrm>
                <a:off x="5940256" y="3792318"/>
                <a:ext cx="1287982" cy="3436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Other backend systems / services</a:t>
                </a:r>
                <a:endParaRPr lang="zh-CN" alt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230" name="直线箭头连接符 229">
                <a:extLst>
                  <a:ext uri="{FF2B5EF4-FFF2-40B4-BE49-F238E27FC236}">
                    <a16:creationId xmlns:a16="http://schemas.microsoft.com/office/drawing/2014/main" id="{2498A130-CF86-3A34-0CEC-0D9BEC77E0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3314" y="2415525"/>
                <a:ext cx="0" cy="3170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直线箭头连接符 230">
                <a:extLst>
                  <a:ext uri="{FF2B5EF4-FFF2-40B4-BE49-F238E27FC236}">
                    <a16:creationId xmlns:a16="http://schemas.microsoft.com/office/drawing/2014/main" id="{ED19D885-040F-6EF8-015D-2A19D687F4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71057" y="2411565"/>
                <a:ext cx="3043" cy="317003"/>
              </a:xfrm>
              <a:prstGeom prst="straightConnector1">
                <a:avLst/>
              </a:prstGeom>
              <a:ln w="47625" cmpd="sng">
                <a:solidFill>
                  <a:schemeClr val="tx1"/>
                </a:solidFill>
                <a:prstDash val="sysDot"/>
                <a:tailEnd type="stealth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32" name="图形 231">
                <a:extLst>
                  <a:ext uri="{FF2B5EF4-FFF2-40B4-BE49-F238E27FC236}">
                    <a16:creationId xmlns:a16="http://schemas.microsoft.com/office/drawing/2014/main" id="{580246E0-DF28-6D77-EBE7-65132AB97D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 rot="10800000" flipV="1">
                <a:off x="3562390" y="2480594"/>
                <a:ext cx="152038" cy="152038"/>
              </a:xfrm>
              <a:prstGeom prst="rect">
                <a:avLst/>
              </a:prstGeom>
            </p:spPr>
          </p:pic>
          <p:pic>
            <p:nvPicPr>
              <p:cNvPr id="233" name="图形 232">
                <a:extLst>
                  <a:ext uri="{FF2B5EF4-FFF2-40B4-BE49-F238E27FC236}">
                    <a16:creationId xmlns:a16="http://schemas.microsoft.com/office/drawing/2014/main" id="{897C93DC-4AC2-3C66-29B2-22CB443FF0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 rot="11433366" flipV="1">
                <a:off x="4390742" y="2495637"/>
                <a:ext cx="147771" cy="147771"/>
              </a:xfrm>
              <a:prstGeom prst="rect">
                <a:avLst/>
              </a:prstGeom>
            </p:spPr>
          </p:pic>
          <p:cxnSp>
            <p:nvCxnSpPr>
              <p:cNvPr id="234" name="直线箭头连接符 233">
                <a:extLst>
                  <a:ext uri="{FF2B5EF4-FFF2-40B4-BE49-F238E27FC236}">
                    <a16:creationId xmlns:a16="http://schemas.microsoft.com/office/drawing/2014/main" id="{9F9FCD32-7CC5-36D6-A5A1-6ADDC5B5B6E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340758" y="2423889"/>
                <a:ext cx="3043" cy="317003"/>
              </a:xfrm>
              <a:prstGeom prst="straightConnector1">
                <a:avLst/>
              </a:prstGeom>
              <a:ln w="47625" cmpd="sng">
                <a:solidFill>
                  <a:schemeClr val="tx1"/>
                </a:solidFill>
                <a:prstDash val="sysDot"/>
                <a:tailEnd type="stealth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直线箭头连接符 234">
                <a:extLst>
                  <a:ext uri="{FF2B5EF4-FFF2-40B4-BE49-F238E27FC236}">
                    <a16:creationId xmlns:a16="http://schemas.microsoft.com/office/drawing/2014/main" id="{28CAD475-C868-C483-23DD-E3AD0BD890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07073" y="2423889"/>
                <a:ext cx="0" cy="3170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直线箭头连接符 235">
                <a:extLst>
                  <a:ext uri="{FF2B5EF4-FFF2-40B4-BE49-F238E27FC236}">
                    <a16:creationId xmlns:a16="http://schemas.microsoft.com/office/drawing/2014/main" id="{A8BD97C9-BF62-9E63-6CF1-D409F43488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637580" y="2407171"/>
                <a:ext cx="3043" cy="317003"/>
              </a:xfrm>
              <a:prstGeom prst="straightConnector1">
                <a:avLst/>
              </a:prstGeom>
              <a:ln w="25400" cmpd="sng">
                <a:solidFill>
                  <a:schemeClr val="tx1"/>
                </a:solidFill>
                <a:prstDash val="sysDot"/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37" name="图形 236">
                <a:extLst>
                  <a:ext uri="{FF2B5EF4-FFF2-40B4-BE49-F238E27FC236}">
                    <a16:creationId xmlns:a16="http://schemas.microsoft.com/office/drawing/2014/main" id="{0BA3C90C-D017-9BAF-F073-297F28A986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/>
              </a:stretch>
            </p:blipFill>
            <p:spPr>
              <a:xfrm>
                <a:off x="5294213" y="2489487"/>
                <a:ext cx="173375" cy="173375"/>
              </a:xfrm>
              <a:prstGeom prst="rect">
                <a:avLst/>
              </a:prstGeom>
            </p:spPr>
          </p:pic>
          <p:sp>
            <p:nvSpPr>
              <p:cNvPr id="238" name="空心弧 237">
                <a:extLst>
                  <a:ext uri="{FF2B5EF4-FFF2-40B4-BE49-F238E27FC236}">
                    <a16:creationId xmlns:a16="http://schemas.microsoft.com/office/drawing/2014/main" id="{205AAF4E-8167-FE58-9D50-4D195683EC59}"/>
                  </a:ext>
                </a:extLst>
              </p:cNvPr>
              <p:cNvSpPr/>
              <p:nvPr/>
            </p:nvSpPr>
            <p:spPr>
              <a:xfrm>
                <a:off x="4648010" y="2327842"/>
                <a:ext cx="870178" cy="177107"/>
              </a:xfrm>
              <a:prstGeom prst="blockArc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9" name="空心弧 238">
                <a:extLst>
                  <a:ext uri="{FF2B5EF4-FFF2-40B4-BE49-F238E27FC236}">
                    <a16:creationId xmlns:a16="http://schemas.microsoft.com/office/drawing/2014/main" id="{36AB86C3-9847-6066-8059-710FC4D4C03F}"/>
                  </a:ext>
                </a:extLst>
              </p:cNvPr>
              <p:cNvSpPr/>
              <p:nvPr/>
            </p:nvSpPr>
            <p:spPr>
              <a:xfrm>
                <a:off x="3835110" y="2337669"/>
                <a:ext cx="731366" cy="190004"/>
              </a:xfrm>
              <a:prstGeom prst="blockArc">
                <a:avLst>
                  <a:gd name="adj1" fmla="val 10918671"/>
                  <a:gd name="adj2" fmla="val 47929"/>
                  <a:gd name="adj3" fmla="val 15667"/>
                </a:avLst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0" name="矩形 239">
                <a:extLst>
                  <a:ext uri="{FF2B5EF4-FFF2-40B4-BE49-F238E27FC236}">
                    <a16:creationId xmlns:a16="http://schemas.microsoft.com/office/drawing/2014/main" id="{6A763679-F963-5217-D483-F0F7F4ED699D}"/>
                  </a:ext>
                </a:extLst>
              </p:cNvPr>
              <p:cNvSpPr/>
              <p:nvPr/>
            </p:nvSpPr>
            <p:spPr>
              <a:xfrm>
                <a:off x="3523194" y="2131009"/>
                <a:ext cx="956250" cy="1534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Interact with users</a:t>
                </a:r>
                <a:endParaRPr kumimoji="1" lang="zh-CN" altLang="en-US" sz="12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1" name="矩形 240">
                <a:extLst>
                  <a:ext uri="{FF2B5EF4-FFF2-40B4-BE49-F238E27FC236}">
                    <a16:creationId xmlns:a16="http://schemas.microsoft.com/office/drawing/2014/main" id="{302CF993-2968-79AF-3B26-DAE8F71D2238}"/>
                  </a:ext>
                </a:extLst>
              </p:cNvPr>
              <p:cNvSpPr/>
              <p:nvPr/>
            </p:nvSpPr>
            <p:spPr>
              <a:xfrm>
                <a:off x="4521786" y="2131009"/>
                <a:ext cx="805367" cy="1534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Task reasoning</a:t>
                </a:r>
                <a:endParaRPr kumimoji="1" lang="zh-CN" altLang="en-US" sz="12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2" name="矩形 241">
                <a:extLst>
                  <a:ext uri="{FF2B5EF4-FFF2-40B4-BE49-F238E27FC236}">
                    <a16:creationId xmlns:a16="http://schemas.microsoft.com/office/drawing/2014/main" id="{A2936095-B929-43DE-127C-A79265C4FB6B}"/>
                  </a:ext>
                </a:extLst>
              </p:cNvPr>
              <p:cNvSpPr/>
              <p:nvPr/>
            </p:nvSpPr>
            <p:spPr>
              <a:xfrm>
                <a:off x="5370076" y="2131009"/>
                <a:ext cx="658093" cy="1534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Tool calling</a:t>
                </a:r>
                <a:endParaRPr kumimoji="1" lang="zh-CN" altLang="en-US" sz="12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3" name="矩形 242">
                <a:extLst>
                  <a:ext uri="{FF2B5EF4-FFF2-40B4-BE49-F238E27FC236}">
                    <a16:creationId xmlns:a16="http://schemas.microsoft.com/office/drawing/2014/main" id="{C37C2BA3-BD35-A799-69CF-5C5AE79872A3}"/>
                  </a:ext>
                </a:extLst>
              </p:cNvPr>
              <p:cNvSpPr/>
              <p:nvPr/>
            </p:nvSpPr>
            <p:spPr>
              <a:xfrm>
                <a:off x="6069171" y="2131009"/>
                <a:ext cx="937666" cy="15345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Data transmission</a:t>
                </a:r>
                <a:endParaRPr kumimoji="1" lang="zh-CN" altLang="en-US" sz="12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4" name="空心弧 243">
                <a:extLst>
                  <a:ext uri="{FF2B5EF4-FFF2-40B4-BE49-F238E27FC236}">
                    <a16:creationId xmlns:a16="http://schemas.microsoft.com/office/drawing/2014/main" id="{43A6BBBB-1A7D-BF6F-0755-CB99AF362120}"/>
                  </a:ext>
                </a:extLst>
              </p:cNvPr>
              <p:cNvSpPr/>
              <p:nvPr/>
            </p:nvSpPr>
            <p:spPr>
              <a:xfrm>
                <a:off x="5623628" y="2331515"/>
                <a:ext cx="322397" cy="153450"/>
              </a:xfrm>
              <a:prstGeom prst="blockArc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3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245" name="直线箭头连接符 244">
                <a:extLst>
                  <a:ext uri="{FF2B5EF4-FFF2-40B4-BE49-F238E27FC236}">
                    <a16:creationId xmlns:a16="http://schemas.microsoft.com/office/drawing/2014/main" id="{519FCBC3-7EA5-F4DD-B337-DFCD25A266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22338" y="2417916"/>
                <a:ext cx="0" cy="317003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95" name="图片 194">
              <a:extLst>
                <a:ext uri="{FF2B5EF4-FFF2-40B4-BE49-F238E27FC236}">
                  <a16:creationId xmlns:a16="http://schemas.microsoft.com/office/drawing/2014/main" id="{BE023F41-D984-88D7-CBE3-7BC7836C05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276205" y="2559275"/>
              <a:ext cx="440897" cy="474503"/>
            </a:xfrm>
            <a:prstGeom prst="rect">
              <a:avLst/>
            </a:prstGeom>
          </p:spPr>
        </p:pic>
        <p:sp>
          <p:nvSpPr>
            <p:cNvPr id="196" name="上下箭头 195">
              <a:extLst>
                <a:ext uri="{FF2B5EF4-FFF2-40B4-BE49-F238E27FC236}">
                  <a16:creationId xmlns:a16="http://schemas.microsoft.com/office/drawing/2014/main" id="{8447A724-601F-0CD8-BD63-ED240F356772}"/>
                </a:ext>
              </a:extLst>
            </p:cNvPr>
            <p:cNvSpPr/>
            <p:nvPr/>
          </p:nvSpPr>
          <p:spPr>
            <a:xfrm rot="5400000">
              <a:off x="723047" y="2651520"/>
              <a:ext cx="168559" cy="288353"/>
            </a:xfrm>
            <a:prstGeom prst="upDownArrow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3E362129-1B11-1B99-CFC6-94FB320A6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097" y="376818"/>
            <a:ext cx="10515600" cy="848908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81FD33C-37E1-6D9B-94E2-2B1940EE7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0CBA-2EFE-6B43-904B-8F092F4680CE}" type="slidenum">
              <a:rPr kumimoji="1" lang="zh-CN" altLang="en-US" smtClean="0"/>
              <a:t>6</a:t>
            </a:fld>
            <a:endParaRPr kumimoji="1" lang="zh-CN" altLang="en-US" dirty="0"/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13BA092A-5C20-C3C9-D8D6-1D6570B98AC8}"/>
              </a:ext>
            </a:extLst>
          </p:cNvPr>
          <p:cNvSpPr txBox="1"/>
          <p:nvPr/>
        </p:nvSpPr>
        <p:spPr>
          <a:xfrm>
            <a:off x="639817" y="1419213"/>
            <a:ext cx="10912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Agents handling </a:t>
            </a:r>
            <a:r>
              <a:rPr lang="en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general-purpose</a:t>
            </a:r>
            <a:r>
              <a:rPr lang="en" altLang="zh-CN" sz="2000" dirty="0">
                <a:solidFill>
                  <a:srgbClr val="0D1239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, </a:t>
            </a:r>
            <a:r>
              <a:rPr lang="en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data-intensive </a:t>
            </a:r>
            <a:r>
              <a:rPr lang="en" altLang="zh-CN" sz="2000" dirty="0"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tasks can be highly problematic.</a:t>
            </a: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 </a:t>
            </a:r>
          </a:p>
        </p:txBody>
      </p:sp>
      <p:sp>
        <p:nvSpPr>
          <p:cNvPr id="250" name="文本框 249">
            <a:extLst>
              <a:ext uri="{FF2B5EF4-FFF2-40B4-BE49-F238E27FC236}">
                <a16:creationId xmlns:a16="http://schemas.microsoft.com/office/drawing/2014/main" id="{64191289-D736-72F5-2941-4D632DFCA906}"/>
              </a:ext>
            </a:extLst>
          </p:cNvPr>
          <p:cNvSpPr txBox="1"/>
          <p:nvPr/>
        </p:nvSpPr>
        <p:spPr>
          <a:xfrm>
            <a:off x="6618299" y="1990005"/>
            <a:ext cx="3650703" cy="2118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Coarse-Grained Tooling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Privilege-Unaware Planning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Data Transmission via LLM</a:t>
            </a:r>
            <a:endParaRPr lang="en-US" altLang="zh-CN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Wingdings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Wingdings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Wingdings" pitchFamily="2" charset="2"/>
            </a:endParaRPr>
          </a:p>
        </p:txBody>
      </p:sp>
      <p:sp>
        <p:nvSpPr>
          <p:cNvPr id="107" name="圆角矩形 106">
            <a:extLst>
              <a:ext uri="{FF2B5EF4-FFF2-40B4-BE49-F238E27FC236}">
                <a16:creationId xmlns:a16="http://schemas.microsoft.com/office/drawing/2014/main" id="{F7007231-F35F-C9B1-3039-8EDCCD063AD9}"/>
              </a:ext>
            </a:extLst>
          </p:cNvPr>
          <p:cNvSpPr/>
          <p:nvPr/>
        </p:nvSpPr>
        <p:spPr>
          <a:xfrm>
            <a:off x="2622976" y="2954152"/>
            <a:ext cx="1673695" cy="776653"/>
          </a:xfrm>
          <a:prstGeom prst="roundRect">
            <a:avLst>
              <a:gd name="adj" fmla="val 7616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31FDA866-2F3E-29B1-25A5-4BEC030DDC3A}"/>
              </a:ext>
            </a:extLst>
          </p:cNvPr>
          <p:cNvGrpSpPr/>
          <p:nvPr/>
        </p:nvGrpSpPr>
        <p:grpSpPr>
          <a:xfrm>
            <a:off x="7869643" y="3643622"/>
            <a:ext cx="2484175" cy="1654049"/>
            <a:chOff x="2955002" y="1829403"/>
            <a:chExt cx="2484175" cy="1654049"/>
          </a:xfrm>
        </p:grpSpPr>
        <p:pic>
          <p:nvPicPr>
            <p:cNvPr id="109" name="Picture 2" descr="Search Results Icon Search Results Symbol Stock Vector (Royalty Free)  2341999281 | Shutterstock">
              <a:extLst>
                <a:ext uri="{FF2B5EF4-FFF2-40B4-BE49-F238E27FC236}">
                  <a16:creationId xmlns:a16="http://schemas.microsoft.com/office/drawing/2014/main" id="{EB0838AF-0298-D59E-9775-C167853BC8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171" t="15943" r="9746" b="34716"/>
            <a:stretch/>
          </p:blipFill>
          <p:spPr bwMode="auto">
            <a:xfrm>
              <a:off x="4234477" y="2638108"/>
              <a:ext cx="341348" cy="2326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0" name="Picture 4" descr="Llm Images – Browse 16,832 Stock Photos, Vectors, and Video | Adobe Stock">
              <a:extLst>
                <a:ext uri="{FF2B5EF4-FFF2-40B4-BE49-F238E27FC236}">
                  <a16:creationId xmlns:a16="http://schemas.microsoft.com/office/drawing/2014/main" id="{503C61D9-090E-B8EC-71B9-EC2158CFA1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28820" y="1829403"/>
              <a:ext cx="724679" cy="57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1" name="图形 110">
              <a:extLst>
                <a:ext uri="{FF2B5EF4-FFF2-40B4-BE49-F238E27FC236}">
                  <a16:creationId xmlns:a16="http://schemas.microsoft.com/office/drawing/2014/main" id="{12AECC07-8A5A-60F8-5C3D-8675A45F3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863177" y="2870814"/>
              <a:ext cx="576000" cy="576000"/>
            </a:xfrm>
            <a:prstGeom prst="rect">
              <a:avLst/>
            </a:prstGeom>
          </p:spPr>
        </p:pic>
        <p:pic>
          <p:nvPicPr>
            <p:cNvPr id="112" name="图形 111">
              <a:extLst>
                <a:ext uri="{FF2B5EF4-FFF2-40B4-BE49-F238E27FC236}">
                  <a16:creationId xmlns:a16="http://schemas.microsoft.com/office/drawing/2014/main" id="{0A7BE222-AEEB-68CC-CA79-BC7B3191E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2955002" y="2907452"/>
              <a:ext cx="560171" cy="576000"/>
            </a:xfrm>
            <a:prstGeom prst="rect">
              <a:avLst/>
            </a:prstGeom>
          </p:spPr>
        </p:pic>
        <p:cxnSp>
          <p:nvCxnSpPr>
            <p:cNvPr id="113" name="直线箭头连接符 112">
              <a:extLst>
                <a:ext uri="{FF2B5EF4-FFF2-40B4-BE49-F238E27FC236}">
                  <a16:creationId xmlns:a16="http://schemas.microsoft.com/office/drawing/2014/main" id="{C419188B-D67E-C71B-38F6-494085D413B1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235087" y="2405403"/>
              <a:ext cx="483029" cy="46541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线箭头连接符 113">
              <a:extLst>
                <a:ext uri="{FF2B5EF4-FFF2-40B4-BE49-F238E27FC236}">
                  <a16:creationId xmlns:a16="http://schemas.microsoft.com/office/drawing/2014/main" id="{62B1F60C-E87C-8876-8B43-552B2886F0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3384" y="2405403"/>
              <a:ext cx="483029" cy="46541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线箭头连接符 114">
              <a:extLst>
                <a:ext uri="{FF2B5EF4-FFF2-40B4-BE49-F238E27FC236}">
                  <a16:creationId xmlns:a16="http://schemas.microsoft.com/office/drawing/2014/main" id="{2F7F4D84-9B4C-A735-8513-EEF65DFD7197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4330414" y="2405403"/>
              <a:ext cx="483029" cy="46541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线箭头连接符 115">
              <a:extLst>
                <a:ext uri="{FF2B5EF4-FFF2-40B4-BE49-F238E27FC236}">
                  <a16:creationId xmlns:a16="http://schemas.microsoft.com/office/drawing/2014/main" id="{23DA0E31-3286-00E8-9782-0EB455044D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08711" y="2405403"/>
              <a:ext cx="483029" cy="46541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7" name="Picture 2" descr="Search Results Icon Search Results Symbol Stock Vector (Royalty Free)  2341999281 | Shutterstock">
              <a:extLst>
                <a:ext uri="{FF2B5EF4-FFF2-40B4-BE49-F238E27FC236}">
                  <a16:creationId xmlns:a16="http://schemas.microsoft.com/office/drawing/2014/main" id="{26E71EB6-D2B7-9EBB-4D54-0EDB85C10CF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171" t="15943" r="9746" b="34716"/>
            <a:stretch/>
          </p:blipFill>
          <p:spPr bwMode="auto">
            <a:xfrm>
              <a:off x="3688853" y="2656458"/>
              <a:ext cx="341348" cy="2326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9" name="文本框 118">
            <a:extLst>
              <a:ext uri="{FF2B5EF4-FFF2-40B4-BE49-F238E27FC236}">
                <a16:creationId xmlns:a16="http://schemas.microsoft.com/office/drawing/2014/main" id="{6C64EFF3-5106-3D8C-2A9E-1319293C74FA}"/>
              </a:ext>
            </a:extLst>
          </p:cNvPr>
          <p:cNvSpPr txBox="1"/>
          <p:nvPr/>
        </p:nvSpPr>
        <p:spPr>
          <a:xfrm>
            <a:off x="9629117" y="4117132"/>
            <a:ext cx="12880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result</a:t>
            </a:r>
            <a:endParaRPr kumimoji="1"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64BFB814-91B3-6C05-DC0F-0586EE6E75DB}"/>
              </a:ext>
            </a:extLst>
          </p:cNvPr>
          <p:cNvSpPr txBox="1"/>
          <p:nvPr/>
        </p:nvSpPr>
        <p:spPr>
          <a:xfrm>
            <a:off x="7690698" y="4117132"/>
            <a:ext cx="936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select()</a:t>
            </a:r>
            <a:endParaRPr kumimoji="1"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E42C380B-ADBB-0BCC-E6EC-455FA834503D}"/>
              </a:ext>
            </a:extLst>
          </p:cNvPr>
          <p:cNvGrpSpPr/>
          <p:nvPr/>
        </p:nvGrpSpPr>
        <p:grpSpPr>
          <a:xfrm>
            <a:off x="7042758" y="5456469"/>
            <a:ext cx="4761187" cy="369332"/>
            <a:chOff x="4794615" y="-179241"/>
            <a:chExt cx="4761187" cy="369332"/>
          </a:xfrm>
        </p:grpSpPr>
        <p:sp>
          <p:nvSpPr>
            <p:cNvPr id="122" name="文本框 121">
              <a:extLst>
                <a:ext uri="{FF2B5EF4-FFF2-40B4-BE49-F238E27FC236}">
                  <a16:creationId xmlns:a16="http://schemas.microsoft.com/office/drawing/2014/main" id="{0C183646-9E06-EC62-50CE-B4DBD7D00E54}"/>
                </a:ext>
              </a:extLst>
            </p:cNvPr>
            <p:cNvSpPr txBox="1"/>
            <p:nvPr/>
          </p:nvSpPr>
          <p:spPr>
            <a:xfrm>
              <a:off x="4794615" y="-179241"/>
              <a:ext cx="476118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/>
              <a:r>
                <a:rPr lang="en-US" altLang="zh-CN" dirty="0">
                  <a:solidFill>
                    <a:srgbClr val="C00000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  <a:sym typeface="Wingdings" pitchFamily="2" charset="2"/>
                </a:rPr>
                <a:t>Hallucinations</a:t>
              </a:r>
              <a:r>
                <a:rPr lang="zh-CN" altLang="en-US" dirty="0">
                  <a:solidFill>
                    <a:srgbClr val="C00000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  <a:sym typeface="Wingdings" pitchFamily="2" charset="2"/>
                </a:rPr>
                <a:t> </a:t>
              </a:r>
              <a:r>
                <a:rPr lang="en-US" altLang="zh-CN" dirty="0">
                  <a:solidFill>
                    <a:srgbClr val="C00000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  <a:sym typeface="Wingdings" pitchFamily="2" charset="2"/>
                </a:rPr>
                <a:t>in</a:t>
              </a:r>
              <a:r>
                <a:rPr lang="zh-CN" altLang="en-US" dirty="0">
                  <a:solidFill>
                    <a:srgbClr val="C00000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  <a:sym typeface="Wingdings" pitchFamily="2" charset="2"/>
                </a:rPr>
                <a:t> </a:t>
              </a:r>
              <a:r>
                <a:rPr lang="en-US" altLang="zh-CN" dirty="0">
                  <a:solidFill>
                    <a:srgbClr val="C00000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  <a:sym typeface="Wingdings" pitchFamily="2" charset="2"/>
                </a:rPr>
                <a:t>data transmission</a:t>
              </a:r>
            </a:p>
          </p:txBody>
        </p:sp>
        <p:pic>
          <p:nvPicPr>
            <p:cNvPr id="123" name="图片 122">
              <a:extLst>
                <a:ext uri="{FF2B5EF4-FFF2-40B4-BE49-F238E27FC236}">
                  <a16:creationId xmlns:a16="http://schemas.microsoft.com/office/drawing/2014/main" id="{2482E982-7B4A-508E-4A9F-22D01F53F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890020" y="-147863"/>
              <a:ext cx="302892" cy="302892"/>
            </a:xfrm>
            <a:prstGeom prst="rect">
              <a:avLst/>
            </a:prstGeom>
          </p:spPr>
        </p:pic>
      </p:grp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0A76CF07-E24B-0599-329C-00B892A24FCC}"/>
              </a:ext>
            </a:extLst>
          </p:cNvPr>
          <p:cNvGrpSpPr/>
          <p:nvPr/>
        </p:nvGrpSpPr>
        <p:grpSpPr>
          <a:xfrm>
            <a:off x="7042758" y="5884692"/>
            <a:ext cx="4913890" cy="369332"/>
            <a:chOff x="4794615" y="-179241"/>
            <a:chExt cx="4913890" cy="369332"/>
          </a:xfrm>
        </p:grpSpPr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F8B27F4D-2A9F-8B3A-D562-7033046E82F0}"/>
                </a:ext>
              </a:extLst>
            </p:cNvPr>
            <p:cNvSpPr txBox="1"/>
            <p:nvPr/>
          </p:nvSpPr>
          <p:spPr>
            <a:xfrm>
              <a:off x="4794615" y="-179241"/>
              <a:ext cx="49138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/>
              <a:r>
                <a:rPr lang="en-US" altLang="zh-CN" dirty="0">
                  <a:solidFill>
                    <a:srgbClr val="C00000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  <a:sym typeface="Wingdings" pitchFamily="2" charset="2"/>
                </a:rPr>
                <a:t>Task failure upon LLM context exhausted</a:t>
              </a:r>
            </a:p>
          </p:txBody>
        </p:sp>
        <p:pic>
          <p:nvPicPr>
            <p:cNvPr id="192" name="图片 191">
              <a:extLst>
                <a:ext uri="{FF2B5EF4-FFF2-40B4-BE49-F238E27FC236}">
                  <a16:creationId xmlns:a16="http://schemas.microsoft.com/office/drawing/2014/main" id="{405115EF-2F65-82C4-EFCF-C720BA76F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890020" y="-147863"/>
              <a:ext cx="302892" cy="3028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65921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DB8A7-46EC-283A-C128-EA737F260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31AFD-4A4D-CB37-62ED-35F792D7F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097" y="376818"/>
            <a:ext cx="10515600" cy="848908"/>
          </a:xfrm>
        </p:spPr>
        <p:txBody>
          <a:bodyPr>
            <a:normAutofit/>
          </a:bodyPr>
          <a:lstStyle/>
          <a:p>
            <a:r>
              <a:rPr kumimoji="1"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BridgeScope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Overview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BF080AB-FDE5-2FCB-A089-B4856433E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0CBA-2EFE-6B43-904B-8F092F4680CE}" type="slidenum">
              <a:rPr kumimoji="1" lang="zh-CN" altLang="en-US" smtClean="0"/>
              <a:t>7</a:t>
            </a:fld>
            <a:endParaRPr kumimoji="1" lang="zh-CN" altLang="en-US" dirty="0"/>
          </a:p>
        </p:txBody>
      </p:sp>
      <p:grpSp>
        <p:nvGrpSpPr>
          <p:cNvPr id="10260" name="组合 10259">
            <a:extLst>
              <a:ext uri="{FF2B5EF4-FFF2-40B4-BE49-F238E27FC236}">
                <a16:creationId xmlns:a16="http://schemas.microsoft.com/office/drawing/2014/main" id="{D2422BA5-A3B0-DD03-3D34-A0B3B1C8721E}"/>
              </a:ext>
            </a:extLst>
          </p:cNvPr>
          <p:cNvGrpSpPr/>
          <p:nvPr/>
        </p:nvGrpSpPr>
        <p:grpSpPr>
          <a:xfrm>
            <a:off x="691471" y="1639885"/>
            <a:ext cx="4602440" cy="4460653"/>
            <a:chOff x="691471" y="1639885"/>
            <a:chExt cx="4602440" cy="4460653"/>
          </a:xfrm>
        </p:grpSpPr>
        <p:pic>
          <p:nvPicPr>
            <p:cNvPr id="103" name="图片 102">
              <a:extLst>
                <a:ext uri="{FF2B5EF4-FFF2-40B4-BE49-F238E27FC236}">
                  <a16:creationId xmlns:a16="http://schemas.microsoft.com/office/drawing/2014/main" id="{D23FD6E5-B0FF-2BC5-1EA5-77913B2E49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80537" y="1872032"/>
              <a:ext cx="440897" cy="474503"/>
            </a:xfrm>
            <a:prstGeom prst="rect">
              <a:avLst/>
            </a:prstGeom>
          </p:spPr>
        </p:pic>
        <p:pic>
          <p:nvPicPr>
            <p:cNvPr id="104" name="Picture 4" descr="Llm Images – Browse 16,832 Stock Photos, Vectors, and Video | Adobe Stock">
              <a:extLst>
                <a:ext uri="{FF2B5EF4-FFF2-40B4-BE49-F238E27FC236}">
                  <a16:creationId xmlns:a16="http://schemas.microsoft.com/office/drawing/2014/main" id="{4CDC54DE-9A0A-DE41-C278-4B00582548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7965" y="1639885"/>
              <a:ext cx="563282" cy="4348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" name="图形 104">
              <a:extLst>
                <a:ext uri="{FF2B5EF4-FFF2-40B4-BE49-F238E27FC236}">
                  <a16:creationId xmlns:a16="http://schemas.microsoft.com/office/drawing/2014/main" id="{15DECE84-78B8-E388-4F18-2624F45D0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74255" y="1686540"/>
              <a:ext cx="399143" cy="387658"/>
            </a:xfrm>
            <a:prstGeom prst="rect">
              <a:avLst/>
            </a:prstGeom>
          </p:spPr>
        </p:pic>
        <p:pic>
          <p:nvPicPr>
            <p:cNvPr id="106" name="图形 105">
              <a:extLst>
                <a:ext uri="{FF2B5EF4-FFF2-40B4-BE49-F238E27FC236}">
                  <a16:creationId xmlns:a16="http://schemas.microsoft.com/office/drawing/2014/main" id="{7FA04C4B-7339-A7A7-5D54-036EAAC8B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605716" y="1696367"/>
              <a:ext cx="399143" cy="398611"/>
            </a:xfrm>
            <a:prstGeom prst="rect">
              <a:avLst/>
            </a:prstGeom>
          </p:spPr>
        </p:pic>
        <p:cxnSp>
          <p:nvCxnSpPr>
            <p:cNvPr id="242" name="直线箭头连接符 241">
              <a:extLst>
                <a:ext uri="{FF2B5EF4-FFF2-40B4-BE49-F238E27FC236}">
                  <a16:creationId xmlns:a16="http://schemas.microsoft.com/office/drawing/2014/main" id="{875F2AFF-3CFA-B545-1CF7-63C96DE5D15A}"/>
                </a:ext>
              </a:extLst>
            </p:cNvPr>
            <p:cNvCxnSpPr>
              <a:cxnSpLocks/>
            </p:cNvCxnSpPr>
            <p:nvPr/>
          </p:nvCxnSpPr>
          <p:spPr>
            <a:xfrm>
              <a:off x="2366140" y="2161022"/>
              <a:ext cx="43890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8" name="Picture 2" descr="Search Results Icon Search Results Symbol Stock Vector (Royalty Free)  2341999281 | Shutterstock">
              <a:extLst>
                <a:ext uri="{FF2B5EF4-FFF2-40B4-BE49-F238E27FC236}">
                  <a16:creationId xmlns:a16="http://schemas.microsoft.com/office/drawing/2014/main" id="{0923B807-4331-A60B-F5D4-008036E4ABDB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rgbClr val="DEECF8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171" t="15943" r="9746" b="34716"/>
            <a:stretch/>
          </p:blipFill>
          <p:spPr bwMode="auto">
            <a:xfrm>
              <a:off x="3940978" y="4777930"/>
              <a:ext cx="360000" cy="23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2" name="矩形 251">
              <a:extLst>
                <a:ext uri="{FF2B5EF4-FFF2-40B4-BE49-F238E27FC236}">
                  <a16:creationId xmlns:a16="http://schemas.microsoft.com/office/drawing/2014/main" id="{00EE6D40-C5BF-A0C2-39EC-0108A74AF662}"/>
                </a:ext>
              </a:extLst>
            </p:cNvPr>
            <p:cNvSpPr/>
            <p:nvPr/>
          </p:nvSpPr>
          <p:spPr>
            <a:xfrm>
              <a:off x="5121478" y="2094978"/>
              <a:ext cx="172433" cy="322099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255" name="矩形 254">
              <a:extLst>
                <a:ext uri="{FF2B5EF4-FFF2-40B4-BE49-F238E27FC236}">
                  <a16:creationId xmlns:a16="http://schemas.microsoft.com/office/drawing/2014/main" id="{CB02B2E9-0B2E-C46F-995C-311E31700B6A}"/>
                </a:ext>
              </a:extLst>
            </p:cNvPr>
            <p:cNvSpPr/>
            <p:nvPr/>
          </p:nvSpPr>
          <p:spPr>
            <a:xfrm>
              <a:off x="2799534" y="2151969"/>
              <a:ext cx="186613" cy="3221998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B0BE7CB-993D-11E2-33E3-3893724ED14F}"/>
                </a:ext>
              </a:extLst>
            </p:cNvPr>
            <p:cNvGrpSpPr/>
            <p:nvPr/>
          </p:nvGrpSpPr>
          <p:grpSpPr>
            <a:xfrm>
              <a:off x="990259" y="2504934"/>
              <a:ext cx="1734900" cy="1626667"/>
              <a:chOff x="163603" y="2760720"/>
              <a:chExt cx="1734900" cy="1626667"/>
            </a:xfrm>
          </p:grpSpPr>
          <p:sp>
            <p:nvSpPr>
              <p:cNvPr id="4" name="圆角矩形标注 3">
                <a:extLst>
                  <a:ext uri="{FF2B5EF4-FFF2-40B4-BE49-F238E27FC236}">
                    <a16:creationId xmlns:a16="http://schemas.microsoft.com/office/drawing/2014/main" id="{B9A94EF7-7632-F5FB-7379-81A2212519EE}"/>
                  </a:ext>
                </a:extLst>
              </p:cNvPr>
              <p:cNvSpPr/>
              <p:nvPr/>
            </p:nvSpPr>
            <p:spPr>
              <a:xfrm rot="10800000">
                <a:off x="163603" y="2760720"/>
                <a:ext cx="1734900" cy="1576331"/>
              </a:xfrm>
              <a:prstGeom prst="wedgeRoundRectCallou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85430CC-584F-8482-D011-8C03C0D86927}"/>
                  </a:ext>
                </a:extLst>
              </p:cNvPr>
              <p:cNvSpPr txBox="1"/>
              <p:nvPr/>
            </p:nvSpPr>
            <p:spPr>
              <a:xfrm>
                <a:off x="223698" y="2786949"/>
                <a:ext cx="1632608" cy="1600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" altLang="zh-CN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I’m a chain store manager and I need to daily update sales and refunds records,  and analyze recent sales trends</a:t>
                </a:r>
                <a:endParaRPr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271BB1E2-5794-E672-F9C4-3C2B2C530005}"/>
                </a:ext>
              </a:extLst>
            </p:cNvPr>
            <p:cNvSpPr/>
            <p:nvPr/>
          </p:nvSpPr>
          <p:spPr>
            <a:xfrm>
              <a:off x="691471" y="2161021"/>
              <a:ext cx="172433" cy="3221598"/>
            </a:xfrm>
            <a:prstGeom prst="rect">
              <a:avLst/>
            </a:prstGeom>
            <a:solidFill>
              <a:srgbClr val="4573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C0881C93-0907-ED6B-AE6E-D636CA3A4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99580" y="5149933"/>
              <a:ext cx="440897" cy="474503"/>
            </a:xfrm>
            <a:prstGeom prst="rect">
              <a:avLst/>
            </a:prstGeom>
          </p:spPr>
        </p:pic>
        <p:cxnSp>
          <p:nvCxnSpPr>
            <p:cNvPr id="41" name="直线箭头连接符 40">
              <a:extLst>
                <a:ext uri="{FF2B5EF4-FFF2-40B4-BE49-F238E27FC236}">
                  <a16:creationId xmlns:a16="http://schemas.microsoft.com/office/drawing/2014/main" id="{EC38E4C4-63A5-71F4-CE3B-5E00278BE3AE}"/>
                </a:ext>
              </a:extLst>
            </p:cNvPr>
            <p:cNvCxnSpPr>
              <a:cxnSpLocks/>
            </p:cNvCxnSpPr>
            <p:nvPr/>
          </p:nvCxnSpPr>
          <p:spPr>
            <a:xfrm>
              <a:off x="2984828" y="5373967"/>
              <a:ext cx="43890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EA83758F-4221-F383-8469-888B9D6854FF}"/>
                </a:ext>
              </a:extLst>
            </p:cNvPr>
            <p:cNvGrpSpPr/>
            <p:nvPr/>
          </p:nvGrpSpPr>
          <p:grpSpPr>
            <a:xfrm>
              <a:off x="2971575" y="2053778"/>
              <a:ext cx="2132101" cy="470925"/>
              <a:chOff x="5795499" y="2015653"/>
              <a:chExt cx="1740809" cy="470925"/>
            </a:xfrm>
          </p:grpSpPr>
          <p:pic>
            <p:nvPicPr>
              <p:cNvPr id="43" name="图形 42">
                <a:extLst>
                  <a:ext uri="{FF2B5EF4-FFF2-40B4-BE49-F238E27FC236}">
                    <a16:creationId xmlns:a16="http://schemas.microsoft.com/office/drawing/2014/main" id="{3E35D383-4F04-F738-E3FE-500D21AD82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616034" y="2314144"/>
                <a:ext cx="172434" cy="172434"/>
              </a:xfrm>
              <a:prstGeom prst="rect">
                <a:avLst/>
              </a:prstGeom>
            </p:spPr>
          </p:pic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27D20389-9E8E-B851-E131-DC375F0E4F00}"/>
                  </a:ext>
                </a:extLst>
              </p:cNvPr>
              <p:cNvGrpSpPr/>
              <p:nvPr/>
            </p:nvGrpSpPr>
            <p:grpSpPr>
              <a:xfrm>
                <a:off x="5817392" y="2246276"/>
                <a:ext cx="1718414" cy="96232"/>
                <a:chOff x="5817392" y="2246276"/>
                <a:chExt cx="1718414" cy="96232"/>
              </a:xfrm>
            </p:grpSpPr>
            <p:cxnSp>
              <p:nvCxnSpPr>
                <p:cNvPr id="45" name="直线箭头连接符 44">
                  <a:extLst>
                    <a:ext uri="{FF2B5EF4-FFF2-40B4-BE49-F238E27FC236}">
                      <a16:creationId xmlns:a16="http://schemas.microsoft.com/office/drawing/2014/main" id="{6F97E02B-44AF-6B79-C436-99F8627F06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817392" y="2294392"/>
                  <a:ext cx="1718414" cy="10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线连接符 53">
                  <a:extLst>
                    <a:ext uri="{FF2B5EF4-FFF2-40B4-BE49-F238E27FC236}">
                      <a16:creationId xmlns:a16="http://schemas.microsoft.com/office/drawing/2014/main" id="{7B21C6C0-7254-B05F-A0E8-6DF4BFDE8C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455858" y="2246276"/>
                  <a:ext cx="79948" cy="48116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线连接符 56">
                  <a:extLst>
                    <a:ext uri="{FF2B5EF4-FFF2-40B4-BE49-F238E27FC236}">
                      <a16:creationId xmlns:a16="http://schemas.microsoft.com/office/drawing/2014/main" id="{12A71276-DF11-2422-4209-3490BEFCE3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817392" y="2294392"/>
                  <a:ext cx="79948" cy="48116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E8CA7E95-16D0-89E5-E34A-ABB7444C6507}"/>
                  </a:ext>
                </a:extLst>
              </p:cNvPr>
              <p:cNvSpPr txBox="1"/>
              <p:nvPr/>
            </p:nvSpPr>
            <p:spPr>
              <a:xfrm>
                <a:off x="5795499" y="2015653"/>
                <a:ext cx="174080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Get</a:t>
                </a:r>
                <a:r>
                  <a:rPr kumimoji="1" lang="zh-CN" alt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database schema</a:t>
                </a:r>
              </a:p>
            </p:txBody>
          </p:sp>
        </p:grp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94BCF536-CD05-CFC9-5F9E-480B1FE3525E}"/>
                </a:ext>
              </a:extLst>
            </p:cNvPr>
            <p:cNvGrpSpPr/>
            <p:nvPr/>
          </p:nvGrpSpPr>
          <p:grpSpPr>
            <a:xfrm>
              <a:off x="2959191" y="2555988"/>
              <a:ext cx="2143660" cy="338554"/>
              <a:chOff x="5785560" y="2005593"/>
              <a:chExt cx="1750246" cy="338554"/>
            </a:xfrm>
          </p:grpSpPr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AC6C829-8A7D-7C47-07A9-ABA1690BD214}"/>
                  </a:ext>
                </a:extLst>
              </p:cNvPr>
              <p:cNvGrpSpPr/>
              <p:nvPr/>
            </p:nvGrpSpPr>
            <p:grpSpPr>
              <a:xfrm>
                <a:off x="5817392" y="2246276"/>
                <a:ext cx="1718414" cy="96232"/>
                <a:chOff x="5817392" y="2246276"/>
                <a:chExt cx="1718414" cy="96232"/>
              </a:xfrm>
            </p:grpSpPr>
            <p:cxnSp>
              <p:nvCxnSpPr>
                <p:cNvPr id="65" name="直线箭头连接符 64">
                  <a:extLst>
                    <a:ext uri="{FF2B5EF4-FFF2-40B4-BE49-F238E27FC236}">
                      <a16:creationId xmlns:a16="http://schemas.microsoft.com/office/drawing/2014/main" id="{CA1DB00E-D83F-D2B2-6905-E8C3903CB3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817392" y="2294392"/>
                  <a:ext cx="1718414" cy="10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线连接符 65">
                  <a:extLst>
                    <a:ext uri="{FF2B5EF4-FFF2-40B4-BE49-F238E27FC236}">
                      <a16:creationId xmlns:a16="http://schemas.microsoft.com/office/drawing/2014/main" id="{857710DF-D769-05D4-33C2-306F7B674D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455858" y="2246276"/>
                  <a:ext cx="79948" cy="48116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直线连接符 66">
                  <a:extLst>
                    <a:ext uri="{FF2B5EF4-FFF2-40B4-BE49-F238E27FC236}">
                      <a16:creationId xmlns:a16="http://schemas.microsoft.com/office/drawing/2014/main" id="{646100AC-1781-2979-0008-C473966181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817392" y="2294392"/>
                  <a:ext cx="79948" cy="48116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029172EB-E687-B122-F687-C93A1B2D1F74}"/>
                  </a:ext>
                </a:extLst>
              </p:cNvPr>
              <p:cNvSpPr txBox="1"/>
              <p:nvPr/>
            </p:nvSpPr>
            <p:spPr>
              <a:xfrm>
                <a:off x="5785560" y="2005593"/>
                <a:ext cx="174536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Begin a transaction</a:t>
                </a:r>
              </a:p>
            </p:txBody>
          </p:sp>
        </p:grp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2054346F-E61C-B0AD-6254-8DB065C6DA07}"/>
                </a:ext>
              </a:extLst>
            </p:cNvPr>
            <p:cNvGrpSpPr/>
            <p:nvPr/>
          </p:nvGrpSpPr>
          <p:grpSpPr>
            <a:xfrm>
              <a:off x="2930616" y="3027245"/>
              <a:ext cx="2198499" cy="338554"/>
              <a:chOff x="5763180" y="2015753"/>
              <a:chExt cx="1795021" cy="338554"/>
            </a:xfrm>
          </p:grpSpPr>
          <p:grpSp>
            <p:nvGrpSpPr>
              <p:cNvPr id="90" name="组合 89">
                <a:extLst>
                  <a:ext uri="{FF2B5EF4-FFF2-40B4-BE49-F238E27FC236}">
                    <a16:creationId xmlns:a16="http://schemas.microsoft.com/office/drawing/2014/main" id="{946108B5-82E4-035C-8753-2CA051B4859C}"/>
                  </a:ext>
                </a:extLst>
              </p:cNvPr>
              <p:cNvGrpSpPr/>
              <p:nvPr/>
            </p:nvGrpSpPr>
            <p:grpSpPr>
              <a:xfrm>
                <a:off x="5817392" y="2246276"/>
                <a:ext cx="1718414" cy="96232"/>
                <a:chOff x="5817392" y="2246276"/>
                <a:chExt cx="1718414" cy="96232"/>
              </a:xfrm>
            </p:grpSpPr>
            <p:cxnSp>
              <p:nvCxnSpPr>
                <p:cNvPr id="113" name="直线箭头连接符 112">
                  <a:extLst>
                    <a:ext uri="{FF2B5EF4-FFF2-40B4-BE49-F238E27FC236}">
                      <a16:creationId xmlns:a16="http://schemas.microsoft.com/office/drawing/2014/main" id="{A631C393-01FC-1C87-90F4-2749B578A3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817392" y="2294392"/>
                  <a:ext cx="1718414" cy="10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直线连接符 113">
                  <a:extLst>
                    <a:ext uri="{FF2B5EF4-FFF2-40B4-BE49-F238E27FC236}">
                      <a16:creationId xmlns:a16="http://schemas.microsoft.com/office/drawing/2014/main" id="{1253D86C-EB30-1119-4AA9-5118A675D9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455858" y="2246276"/>
                  <a:ext cx="79948" cy="48116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直线连接符 114">
                  <a:extLst>
                    <a:ext uri="{FF2B5EF4-FFF2-40B4-BE49-F238E27FC236}">
                      <a16:creationId xmlns:a16="http://schemas.microsoft.com/office/drawing/2014/main" id="{B8BB1E7C-DFBC-A3D7-6949-D58CE578B1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817392" y="2294392"/>
                  <a:ext cx="79948" cy="48116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9BA6F698-EBAA-538B-802E-471A72C5D2D1}"/>
                  </a:ext>
                </a:extLst>
              </p:cNvPr>
              <p:cNvSpPr txBox="1"/>
              <p:nvPr/>
            </p:nvSpPr>
            <p:spPr>
              <a:xfrm>
                <a:off x="5763180" y="2015753"/>
                <a:ext cx="179502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Insert daily sales data</a:t>
                </a:r>
              </a:p>
            </p:txBody>
          </p:sp>
        </p:grpSp>
        <p:grpSp>
          <p:nvGrpSpPr>
            <p:cNvPr id="116" name="组合 115">
              <a:extLst>
                <a:ext uri="{FF2B5EF4-FFF2-40B4-BE49-F238E27FC236}">
                  <a16:creationId xmlns:a16="http://schemas.microsoft.com/office/drawing/2014/main" id="{2B97B98B-93F6-9AEE-FCAC-15A5CB760126}"/>
                </a:ext>
              </a:extLst>
            </p:cNvPr>
            <p:cNvGrpSpPr/>
            <p:nvPr/>
          </p:nvGrpSpPr>
          <p:grpSpPr>
            <a:xfrm>
              <a:off x="2789374" y="3498502"/>
              <a:ext cx="2494377" cy="338554"/>
              <a:chOff x="5629852" y="2015814"/>
              <a:chExt cx="2036598" cy="338554"/>
            </a:xfrm>
          </p:grpSpPr>
          <p:grpSp>
            <p:nvGrpSpPr>
              <p:cNvPr id="117" name="组合 116">
                <a:extLst>
                  <a:ext uri="{FF2B5EF4-FFF2-40B4-BE49-F238E27FC236}">
                    <a16:creationId xmlns:a16="http://schemas.microsoft.com/office/drawing/2014/main" id="{40CDD918-217A-D97A-73A5-529B890E9828}"/>
                  </a:ext>
                </a:extLst>
              </p:cNvPr>
              <p:cNvGrpSpPr/>
              <p:nvPr/>
            </p:nvGrpSpPr>
            <p:grpSpPr>
              <a:xfrm>
                <a:off x="5817392" y="2246276"/>
                <a:ext cx="1718414" cy="96232"/>
                <a:chOff x="5817392" y="2246276"/>
                <a:chExt cx="1718414" cy="96232"/>
              </a:xfrm>
            </p:grpSpPr>
            <p:cxnSp>
              <p:nvCxnSpPr>
                <p:cNvPr id="119" name="直线箭头连接符 118">
                  <a:extLst>
                    <a:ext uri="{FF2B5EF4-FFF2-40B4-BE49-F238E27FC236}">
                      <a16:creationId xmlns:a16="http://schemas.microsoft.com/office/drawing/2014/main" id="{8078AA63-164B-497E-7C6D-5301845B9F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817392" y="2294392"/>
                  <a:ext cx="1718414" cy="10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直线连接符 119">
                  <a:extLst>
                    <a:ext uri="{FF2B5EF4-FFF2-40B4-BE49-F238E27FC236}">
                      <a16:creationId xmlns:a16="http://schemas.microsoft.com/office/drawing/2014/main" id="{719CB617-89BA-5A6A-18C0-8A89853C0F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455858" y="2246276"/>
                  <a:ext cx="79948" cy="48116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直线连接符 120">
                  <a:extLst>
                    <a:ext uri="{FF2B5EF4-FFF2-40B4-BE49-F238E27FC236}">
                      <a16:creationId xmlns:a16="http://schemas.microsoft.com/office/drawing/2014/main" id="{F078C2EE-E5EE-81E5-62EE-D1D07AF8B6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817392" y="2294392"/>
                  <a:ext cx="79948" cy="48116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87EBA663-9A0A-D29A-5786-602DB4379A85}"/>
                  </a:ext>
                </a:extLst>
              </p:cNvPr>
              <p:cNvSpPr txBox="1"/>
              <p:nvPr/>
            </p:nvSpPr>
            <p:spPr>
              <a:xfrm>
                <a:off x="5629852" y="2015814"/>
                <a:ext cx="203659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Insert daily refunds data</a:t>
                </a:r>
              </a:p>
            </p:txBody>
          </p:sp>
        </p:grpSp>
        <p:grpSp>
          <p:nvGrpSpPr>
            <p:cNvPr id="122" name="组合 121">
              <a:extLst>
                <a:ext uri="{FF2B5EF4-FFF2-40B4-BE49-F238E27FC236}">
                  <a16:creationId xmlns:a16="http://schemas.microsoft.com/office/drawing/2014/main" id="{AEAFBC97-E2D4-86EC-3EA2-2771059E7E34}"/>
                </a:ext>
              </a:extLst>
            </p:cNvPr>
            <p:cNvGrpSpPr/>
            <p:nvPr/>
          </p:nvGrpSpPr>
          <p:grpSpPr>
            <a:xfrm>
              <a:off x="2984828" y="3969759"/>
              <a:ext cx="2104672" cy="338554"/>
              <a:chOff x="5817392" y="2015753"/>
              <a:chExt cx="1718414" cy="338554"/>
            </a:xfrm>
          </p:grpSpPr>
          <p:grpSp>
            <p:nvGrpSpPr>
              <p:cNvPr id="123" name="组合 122">
                <a:extLst>
                  <a:ext uri="{FF2B5EF4-FFF2-40B4-BE49-F238E27FC236}">
                    <a16:creationId xmlns:a16="http://schemas.microsoft.com/office/drawing/2014/main" id="{2F821943-EDD1-1D13-8180-0F0557687F20}"/>
                  </a:ext>
                </a:extLst>
              </p:cNvPr>
              <p:cNvGrpSpPr/>
              <p:nvPr/>
            </p:nvGrpSpPr>
            <p:grpSpPr>
              <a:xfrm>
                <a:off x="5817392" y="2246276"/>
                <a:ext cx="1718414" cy="96232"/>
                <a:chOff x="5817392" y="2246276"/>
                <a:chExt cx="1718414" cy="96232"/>
              </a:xfrm>
            </p:grpSpPr>
            <p:cxnSp>
              <p:nvCxnSpPr>
                <p:cNvPr id="125" name="直线箭头连接符 124">
                  <a:extLst>
                    <a:ext uri="{FF2B5EF4-FFF2-40B4-BE49-F238E27FC236}">
                      <a16:creationId xmlns:a16="http://schemas.microsoft.com/office/drawing/2014/main" id="{E989BC4D-DC77-2C76-4930-939DF8F850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817392" y="2294392"/>
                  <a:ext cx="1718414" cy="10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线连接符 125">
                  <a:extLst>
                    <a:ext uri="{FF2B5EF4-FFF2-40B4-BE49-F238E27FC236}">
                      <a16:creationId xmlns:a16="http://schemas.microsoft.com/office/drawing/2014/main" id="{BF1331E1-1810-8ED7-B027-5B50C74779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455858" y="2246276"/>
                  <a:ext cx="79948" cy="48116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线连接符 126">
                  <a:extLst>
                    <a:ext uri="{FF2B5EF4-FFF2-40B4-BE49-F238E27FC236}">
                      <a16:creationId xmlns:a16="http://schemas.microsoft.com/office/drawing/2014/main" id="{3174C410-981C-66BB-61A5-C0CBC46506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817392" y="2294392"/>
                  <a:ext cx="79948" cy="48116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16211AC4-F3B5-12EC-40BE-0A4ED273795E}"/>
                  </a:ext>
                </a:extLst>
              </p:cNvPr>
              <p:cNvSpPr txBox="1"/>
              <p:nvPr/>
            </p:nvSpPr>
            <p:spPr>
              <a:xfrm>
                <a:off x="5879194" y="2015753"/>
                <a:ext cx="158754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Commit transaction</a:t>
                </a:r>
              </a:p>
            </p:txBody>
          </p:sp>
        </p:grpSp>
        <p:grpSp>
          <p:nvGrpSpPr>
            <p:cNvPr id="192" name="组合 191">
              <a:extLst>
                <a:ext uri="{FF2B5EF4-FFF2-40B4-BE49-F238E27FC236}">
                  <a16:creationId xmlns:a16="http://schemas.microsoft.com/office/drawing/2014/main" id="{5DF8BB3E-F72B-5F50-CC21-A6ECABF78CC2}"/>
                </a:ext>
              </a:extLst>
            </p:cNvPr>
            <p:cNvGrpSpPr/>
            <p:nvPr/>
          </p:nvGrpSpPr>
          <p:grpSpPr>
            <a:xfrm>
              <a:off x="2883502" y="4441015"/>
              <a:ext cx="2289064" cy="338554"/>
              <a:chOff x="5723098" y="2005593"/>
              <a:chExt cx="1868965" cy="338554"/>
            </a:xfrm>
          </p:grpSpPr>
          <p:grpSp>
            <p:nvGrpSpPr>
              <p:cNvPr id="193" name="组合 192">
                <a:extLst>
                  <a:ext uri="{FF2B5EF4-FFF2-40B4-BE49-F238E27FC236}">
                    <a16:creationId xmlns:a16="http://schemas.microsoft.com/office/drawing/2014/main" id="{28B805BC-3817-6EE6-47E3-007CE8C3670F}"/>
                  </a:ext>
                </a:extLst>
              </p:cNvPr>
              <p:cNvGrpSpPr/>
              <p:nvPr/>
            </p:nvGrpSpPr>
            <p:grpSpPr>
              <a:xfrm>
                <a:off x="5817392" y="2246276"/>
                <a:ext cx="1718414" cy="96232"/>
                <a:chOff x="5817392" y="2246276"/>
                <a:chExt cx="1718414" cy="96232"/>
              </a:xfrm>
            </p:grpSpPr>
            <p:cxnSp>
              <p:nvCxnSpPr>
                <p:cNvPr id="195" name="直线箭头连接符 194">
                  <a:extLst>
                    <a:ext uri="{FF2B5EF4-FFF2-40B4-BE49-F238E27FC236}">
                      <a16:creationId xmlns:a16="http://schemas.microsoft.com/office/drawing/2014/main" id="{C4B20A2C-B8DB-8B30-73D1-766380D308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817392" y="2294392"/>
                  <a:ext cx="1718414" cy="10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直线连接符 195">
                  <a:extLst>
                    <a:ext uri="{FF2B5EF4-FFF2-40B4-BE49-F238E27FC236}">
                      <a16:creationId xmlns:a16="http://schemas.microsoft.com/office/drawing/2014/main" id="{0FE2429D-6734-9248-129A-62E4ACAF22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455858" y="2246276"/>
                  <a:ext cx="79948" cy="48116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直线连接符 196">
                  <a:extLst>
                    <a:ext uri="{FF2B5EF4-FFF2-40B4-BE49-F238E27FC236}">
                      <a16:creationId xmlns:a16="http://schemas.microsoft.com/office/drawing/2014/main" id="{BFB638B5-E5F9-E0E9-853A-B3A49F340D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817392" y="2294392"/>
                  <a:ext cx="79948" cy="48116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4" name="文本框 193">
                <a:extLst>
                  <a:ext uri="{FF2B5EF4-FFF2-40B4-BE49-F238E27FC236}">
                    <a16:creationId xmlns:a16="http://schemas.microsoft.com/office/drawing/2014/main" id="{691903A6-96E6-D76B-B076-1F2FE1A81A07}"/>
                  </a:ext>
                </a:extLst>
              </p:cNvPr>
              <p:cNvSpPr txBox="1"/>
              <p:nvPr/>
            </p:nvSpPr>
            <p:spPr>
              <a:xfrm>
                <a:off x="5723098" y="2005593"/>
                <a:ext cx="186896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en-US" altLang="zh-CN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Query recent sales data</a:t>
                </a:r>
              </a:p>
            </p:txBody>
          </p:sp>
        </p:grpSp>
        <p:grpSp>
          <p:nvGrpSpPr>
            <p:cNvPr id="200" name="组合 199">
              <a:extLst>
                <a:ext uri="{FF2B5EF4-FFF2-40B4-BE49-F238E27FC236}">
                  <a16:creationId xmlns:a16="http://schemas.microsoft.com/office/drawing/2014/main" id="{76EA5F38-41E2-133B-9C7B-BE0DC6228883}"/>
                </a:ext>
              </a:extLst>
            </p:cNvPr>
            <p:cNvGrpSpPr/>
            <p:nvPr/>
          </p:nvGrpSpPr>
          <p:grpSpPr>
            <a:xfrm flipH="1">
              <a:off x="862965" y="5039807"/>
              <a:ext cx="1937509" cy="175775"/>
              <a:chOff x="5817392" y="2246276"/>
              <a:chExt cx="1718414" cy="96232"/>
            </a:xfrm>
          </p:grpSpPr>
          <p:cxnSp>
            <p:nvCxnSpPr>
              <p:cNvPr id="202" name="直线箭头连接符 201">
                <a:extLst>
                  <a:ext uri="{FF2B5EF4-FFF2-40B4-BE49-F238E27FC236}">
                    <a16:creationId xmlns:a16="http://schemas.microsoft.com/office/drawing/2014/main" id="{C2DDF4EC-EBA6-2E28-7803-04FA1FAE272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817392" y="2294392"/>
                <a:ext cx="1718414" cy="10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直线连接符 202">
                <a:extLst>
                  <a:ext uri="{FF2B5EF4-FFF2-40B4-BE49-F238E27FC236}">
                    <a16:creationId xmlns:a16="http://schemas.microsoft.com/office/drawing/2014/main" id="{6E747E4C-0B8C-DA55-DA93-570A516B0A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455858" y="2246276"/>
                <a:ext cx="79948" cy="48116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4" name="直线连接符 203">
                <a:extLst>
                  <a:ext uri="{FF2B5EF4-FFF2-40B4-BE49-F238E27FC236}">
                    <a16:creationId xmlns:a16="http://schemas.microsoft.com/office/drawing/2014/main" id="{5CB516B4-F523-39DA-7342-7FB6E08DEA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817392" y="2294392"/>
                <a:ext cx="79948" cy="48116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1" name="文本框 200">
              <a:extLst>
                <a:ext uri="{FF2B5EF4-FFF2-40B4-BE49-F238E27FC236}">
                  <a16:creationId xmlns:a16="http://schemas.microsoft.com/office/drawing/2014/main" id="{4132E7E6-E964-CA15-4FA3-9D378AE61E75}"/>
                </a:ext>
              </a:extLst>
            </p:cNvPr>
            <p:cNvSpPr txBox="1"/>
            <p:nvPr/>
          </p:nvSpPr>
          <p:spPr>
            <a:xfrm>
              <a:off x="1021324" y="4789381"/>
              <a:ext cx="158754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Run analyze</a:t>
              </a:r>
            </a:p>
          </p:txBody>
        </p:sp>
        <p:sp>
          <p:nvSpPr>
            <p:cNvPr id="205" name="文本框 204">
              <a:extLst>
                <a:ext uri="{FF2B5EF4-FFF2-40B4-BE49-F238E27FC236}">
                  <a16:creationId xmlns:a16="http://schemas.microsoft.com/office/drawing/2014/main" id="{2179490C-E57F-E555-35B8-E6863C2F2ED1}"/>
                </a:ext>
              </a:extLst>
            </p:cNvPr>
            <p:cNvSpPr txBox="1"/>
            <p:nvPr/>
          </p:nvSpPr>
          <p:spPr>
            <a:xfrm>
              <a:off x="833891" y="5127694"/>
              <a:ext cx="158754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Trends:</a:t>
              </a:r>
            </a:p>
          </p:txBody>
        </p:sp>
        <p:pic>
          <p:nvPicPr>
            <p:cNvPr id="10242" name="Picture 2" descr="33,900+ Downward Trend Graph Stock Illustrations, Royalty ...">
              <a:extLst>
                <a:ext uri="{FF2B5EF4-FFF2-40B4-BE49-F238E27FC236}">
                  <a16:creationId xmlns:a16="http://schemas.microsoft.com/office/drawing/2014/main" id="{6F145F89-DF4B-7429-68AE-651B4B21C2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16053" y="5165125"/>
              <a:ext cx="450087" cy="248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BAB51B29-2C71-F3EC-2E58-E6152CDA0AA3}"/>
                </a:ext>
              </a:extLst>
            </p:cNvPr>
            <p:cNvSpPr txBox="1"/>
            <p:nvPr/>
          </p:nvSpPr>
          <p:spPr>
            <a:xfrm>
              <a:off x="1339869" y="5731206"/>
              <a:ext cx="32386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/>
              <a:r>
                <a:rPr lang="en-US" altLang="zh-CN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  <a:sym typeface="Wingdings" pitchFamily="2" charset="2"/>
                </a:rPr>
                <a:t>A chain store use case</a:t>
              </a:r>
            </a:p>
          </p:txBody>
        </p:sp>
      </p:grpSp>
      <p:grpSp>
        <p:nvGrpSpPr>
          <p:cNvPr id="10258" name="组合 10257">
            <a:extLst>
              <a:ext uri="{FF2B5EF4-FFF2-40B4-BE49-F238E27FC236}">
                <a16:creationId xmlns:a16="http://schemas.microsoft.com/office/drawing/2014/main" id="{FBAC7863-C1F7-FF93-C8AE-5FD81F811DE7}"/>
              </a:ext>
            </a:extLst>
          </p:cNvPr>
          <p:cNvGrpSpPr/>
          <p:nvPr/>
        </p:nvGrpSpPr>
        <p:grpSpPr>
          <a:xfrm>
            <a:off x="5014654" y="2162297"/>
            <a:ext cx="3238643" cy="3938241"/>
            <a:chOff x="5014654" y="2162297"/>
            <a:chExt cx="3238643" cy="3938241"/>
          </a:xfrm>
        </p:grpSpPr>
        <p:sp>
          <p:nvSpPr>
            <p:cNvPr id="208" name="圆角矩形 207">
              <a:extLst>
                <a:ext uri="{FF2B5EF4-FFF2-40B4-BE49-F238E27FC236}">
                  <a16:creationId xmlns:a16="http://schemas.microsoft.com/office/drawing/2014/main" id="{5644EBC9-EF82-9FCC-5140-E199A1B21CBD}"/>
                </a:ext>
              </a:extLst>
            </p:cNvPr>
            <p:cNvSpPr/>
            <p:nvPr/>
          </p:nvSpPr>
          <p:spPr>
            <a:xfrm>
              <a:off x="5885411" y="2162297"/>
              <a:ext cx="1960093" cy="518400"/>
            </a:xfrm>
            <a:prstGeom prst="roundRect">
              <a:avLst/>
            </a:prstGeom>
            <a:solidFill>
              <a:schemeClr val="accent2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Context Retrieval</a:t>
              </a:r>
              <a:endParaRPr kumimoji="1" lang="zh-CN" alt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9" name="圆角矩形 208">
              <a:extLst>
                <a:ext uri="{FF2B5EF4-FFF2-40B4-BE49-F238E27FC236}">
                  <a16:creationId xmlns:a16="http://schemas.microsoft.com/office/drawing/2014/main" id="{FA66C705-A21A-F4E8-6D47-A58B4E471A92}"/>
                </a:ext>
              </a:extLst>
            </p:cNvPr>
            <p:cNvSpPr/>
            <p:nvPr/>
          </p:nvSpPr>
          <p:spPr>
            <a:xfrm>
              <a:off x="5930166" y="2965516"/>
              <a:ext cx="1960093" cy="518400"/>
            </a:xfrm>
            <a:prstGeom prst="roundRect">
              <a:avLst/>
            </a:prstGeom>
            <a:solidFill>
              <a:schemeClr val="accent2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SQL Execution</a:t>
              </a:r>
              <a:endParaRPr kumimoji="1" lang="zh-CN" alt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0" name="圆角矩形 209">
              <a:extLst>
                <a:ext uri="{FF2B5EF4-FFF2-40B4-BE49-F238E27FC236}">
                  <a16:creationId xmlns:a16="http://schemas.microsoft.com/office/drawing/2014/main" id="{AEFFDF23-E5DC-6A39-B2F8-E51158EB3174}"/>
                </a:ext>
              </a:extLst>
            </p:cNvPr>
            <p:cNvSpPr/>
            <p:nvPr/>
          </p:nvSpPr>
          <p:spPr>
            <a:xfrm>
              <a:off x="5930166" y="3768735"/>
              <a:ext cx="1960093" cy="518937"/>
            </a:xfrm>
            <a:prstGeom prst="roundRect">
              <a:avLst/>
            </a:prstGeom>
            <a:solidFill>
              <a:schemeClr val="accent2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Transaction Management</a:t>
              </a:r>
              <a:endParaRPr kumimoji="1" lang="zh-CN" alt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1" name="圆角矩形 210">
              <a:extLst>
                <a:ext uri="{FF2B5EF4-FFF2-40B4-BE49-F238E27FC236}">
                  <a16:creationId xmlns:a16="http://schemas.microsoft.com/office/drawing/2014/main" id="{70463405-4484-55D2-17C1-BFC0019CEAA8}"/>
                </a:ext>
              </a:extLst>
            </p:cNvPr>
            <p:cNvSpPr/>
            <p:nvPr/>
          </p:nvSpPr>
          <p:spPr>
            <a:xfrm>
              <a:off x="5910000" y="4572492"/>
              <a:ext cx="1960093" cy="518937"/>
            </a:xfrm>
            <a:prstGeom prst="roundRect">
              <a:avLst/>
            </a:prstGeom>
            <a:solidFill>
              <a:schemeClr val="accent2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Data Transmission</a:t>
              </a:r>
              <a:endParaRPr kumimoji="1" lang="zh-CN" alt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1CEAC4B7-5D71-4E8C-8A3E-1DF0DA4DEC54}"/>
                </a:ext>
              </a:extLst>
            </p:cNvPr>
            <p:cNvSpPr txBox="1"/>
            <p:nvPr/>
          </p:nvSpPr>
          <p:spPr>
            <a:xfrm>
              <a:off x="5014654" y="5731206"/>
              <a:ext cx="32386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 algn="ctr"/>
              <a:r>
                <a:rPr lang="en-US" altLang="zh-CN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  <a:sym typeface="Wingdings" pitchFamily="2" charset="2"/>
                </a:rPr>
                <a:t>Functionalities</a:t>
              </a:r>
            </a:p>
          </p:txBody>
        </p:sp>
      </p:grpSp>
      <p:grpSp>
        <p:nvGrpSpPr>
          <p:cNvPr id="10259" name="组合 10258">
            <a:extLst>
              <a:ext uri="{FF2B5EF4-FFF2-40B4-BE49-F238E27FC236}">
                <a16:creationId xmlns:a16="http://schemas.microsoft.com/office/drawing/2014/main" id="{D3D463F9-700D-BA67-1998-7BBC7FDFDA31}"/>
              </a:ext>
            </a:extLst>
          </p:cNvPr>
          <p:cNvGrpSpPr/>
          <p:nvPr/>
        </p:nvGrpSpPr>
        <p:grpSpPr>
          <a:xfrm>
            <a:off x="7855982" y="1970866"/>
            <a:ext cx="4072655" cy="4129672"/>
            <a:chOff x="7855982" y="1970866"/>
            <a:chExt cx="4072655" cy="4129672"/>
          </a:xfrm>
        </p:grpSpPr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86F408F6-A548-20FD-1116-36859DCFD3FE}"/>
                </a:ext>
              </a:extLst>
            </p:cNvPr>
            <p:cNvSpPr txBox="1"/>
            <p:nvPr/>
          </p:nvSpPr>
          <p:spPr>
            <a:xfrm>
              <a:off x="8509002" y="5731206"/>
              <a:ext cx="32386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 algn="ctr"/>
              <a:r>
                <a:rPr lang="en-US" altLang="zh-CN" dirty="0" err="1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  <a:sym typeface="Wingdings" pitchFamily="2" charset="2"/>
                </a:rPr>
                <a:t>BridgeScope</a:t>
              </a:r>
              <a:endParaRPr lang="en-US" altLang="zh-CN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endParaRPr>
            </a:p>
          </p:txBody>
        </p:sp>
        <p:grpSp>
          <p:nvGrpSpPr>
            <p:cNvPr id="10240" name="组合 10239">
              <a:extLst>
                <a:ext uri="{FF2B5EF4-FFF2-40B4-BE49-F238E27FC236}">
                  <a16:creationId xmlns:a16="http://schemas.microsoft.com/office/drawing/2014/main" id="{D09BC5AE-279E-3A6B-C8DA-BFB689DFF540}"/>
                </a:ext>
              </a:extLst>
            </p:cNvPr>
            <p:cNvGrpSpPr/>
            <p:nvPr/>
          </p:nvGrpSpPr>
          <p:grpSpPr>
            <a:xfrm>
              <a:off x="8538369" y="2107422"/>
              <a:ext cx="2977973" cy="646331"/>
              <a:chOff x="8493213" y="2107422"/>
              <a:chExt cx="2977973" cy="646331"/>
            </a:xfrm>
          </p:grpSpPr>
          <p:grpSp>
            <p:nvGrpSpPr>
              <p:cNvPr id="308" name="组合 307">
                <a:extLst>
                  <a:ext uri="{FF2B5EF4-FFF2-40B4-BE49-F238E27FC236}">
                    <a16:creationId xmlns:a16="http://schemas.microsoft.com/office/drawing/2014/main" id="{47E85E7B-6375-807C-61BD-0AD3ED2C2313}"/>
                  </a:ext>
                </a:extLst>
              </p:cNvPr>
              <p:cNvGrpSpPr/>
              <p:nvPr/>
            </p:nvGrpSpPr>
            <p:grpSpPr>
              <a:xfrm>
                <a:off x="8493213" y="2107422"/>
                <a:ext cx="2977973" cy="646331"/>
                <a:chOff x="8770289" y="1656706"/>
                <a:chExt cx="2977973" cy="646331"/>
              </a:xfrm>
            </p:grpSpPr>
            <p:sp>
              <p:nvSpPr>
                <p:cNvPr id="275" name="文本框 274">
                  <a:extLst>
                    <a:ext uri="{FF2B5EF4-FFF2-40B4-BE49-F238E27FC236}">
                      <a16:creationId xmlns:a16="http://schemas.microsoft.com/office/drawing/2014/main" id="{EE577473-4FB3-4A5D-EA4B-60C0571CA861}"/>
                    </a:ext>
                  </a:extLst>
                </p:cNvPr>
                <p:cNvSpPr txBox="1"/>
                <p:nvPr/>
              </p:nvSpPr>
              <p:spPr>
                <a:xfrm>
                  <a:off x="8770289" y="1656706"/>
                  <a:ext cx="2977973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1"/>
                  <a:r>
                    <a:rPr kumimoji="1" lang="zh-CN" alt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  </a:t>
                  </a:r>
                  <a:r>
                    <a:rPr kumimoji="1" lang="en-US" altLang="zh-CN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Schema retrieval</a:t>
                  </a:r>
                </a:p>
                <a:p>
                  <a:pPr lvl="1"/>
                  <a:r>
                    <a:rPr kumimoji="1" lang="zh-CN" alt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  </a:t>
                  </a:r>
                  <a:r>
                    <a:rPr kumimoji="1" lang="en-US" altLang="zh-CN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Exemplar retrieval</a:t>
                  </a:r>
                </a:p>
              </p:txBody>
            </p:sp>
            <p:pic>
              <p:nvPicPr>
                <p:cNvPr id="276" name="图形 275">
                  <a:extLst>
                    <a:ext uri="{FF2B5EF4-FFF2-40B4-BE49-F238E27FC236}">
                      <a16:creationId xmlns:a16="http://schemas.microsoft.com/office/drawing/2014/main" id="{A98764F0-7AC5-C5DE-62B7-EFE62E300D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206647" y="1682893"/>
                  <a:ext cx="288000" cy="302571"/>
                </a:xfrm>
                <a:prstGeom prst="rect">
                  <a:avLst/>
                </a:prstGeom>
              </p:spPr>
            </p:pic>
            <p:grpSp>
              <p:nvGrpSpPr>
                <p:cNvPr id="307" name="组合 306">
                  <a:extLst>
                    <a:ext uri="{FF2B5EF4-FFF2-40B4-BE49-F238E27FC236}">
                      <a16:creationId xmlns:a16="http://schemas.microsoft.com/office/drawing/2014/main" id="{43BCF510-1FC4-D939-0812-E80BA1A2B7E7}"/>
                    </a:ext>
                  </a:extLst>
                </p:cNvPr>
                <p:cNvGrpSpPr/>
                <p:nvPr/>
              </p:nvGrpSpPr>
              <p:grpSpPr>
                <a:xfrm>
                  <a:off x="11353800" y="1970159"/>
                  <a:ext cx="288000" cy="288000"/>
                  <a:chOff x="11398810" y="2356977"/>
                  <a:chExt cx="288000" cy="288000"/>
                </a:xfrm>
              </p:grpSpPr>
              <p:sp>
                <p:nvSpPr>
                  <p:cNvPr id="278" name="矩形 277">
                    <a:extLst>
                      <a:ext uri="{FF2B5EF4-FFF2-40B4-BE49-F238E27FC236}">
                        <a16:creationId xmlns:a16="http://schemas.microsoft.com/office/drawing/2014/main" id="{4730914C-CEDC-BD58-B827-EB37B44900A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1418823" y="2409261"/>
                    <a:ext cx="241668" cy="204900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bg2">
                          <a:lumMod val="90000"/>
                        </a:schemeClr>
                      </a:solidFill>
                    </a:endParaRPr>
                  </a:p>
                </p:txBody>
              </p:sp>
              <p:sp>
                <p:nvSpPr>
                  <p:cNvPr id="279" name="矩形 278">
                    <a:extLst>
                      <a:ext uri="{FF2B5EF4-FFF2-40B4-BE49-F238E27FC236}">
                        <a16:creationId xmlns:a16="http://schemas.microsoft.com/office/drawing/2014/main" id="{5DD46A84-1697-B4B2-D18D-B0ADBBB89622}"/>
                      </a:ext>
                    </a:extLst>
                  </p:cNvPr>
                  <p:cNvSpPr/>
                  <p:nvPr/>
                </p:nvSpPr>
                <p:spPr>
                  <a:xfrm>
                    <a:off x="11585575" y="2409261"/>
                    <a:ext cx="74916" cy="210920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bg2">
                          <a:lumMod val="90000"/>
                        </a:schemeClr>
                      </a:solidFill>
                    </a:endParaRPr>
                  </a:p>
                </p:txBody>
              </p:sp>
              <p:pic>
                <p:nvPicPr>
                  <p:cNvPr id="280" name="图形 279">
                    <a:extLst>
                      <a:ext uri="{FF2B5EF4-FFF2-40B4-BE49-F238E27FC236}">
                        <a16:creationId xmlns:a16="http://schemas.microsoft.com/office/drawing/2014/main" id="{B91EAD1D-A9CB-9E3B-B40C-9B913DCD2B71}"/>
                      </a:ext>
                    </a:extLst>
                  </p:cNvPr>
                  <p:cNvPicPr>
                    <a:picLocks/>
                  </p:cNvPicPr>
                  <p:nvPr/>
                </p:nvPicPr>
                <p:blipFill>
                  <a:blip r:embed="rId15">
                    <a:extLst>
                      <a:ext uri="{96DAC541-7B7A-43D3-8B79-37D633B846F1}">
                        <asvg:svgBlip xmlns:asvg="http://schemas.microsoft.com/office/drawing/2016/SVG/main" r:embed="rId1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398810" y="2356977"/>
                    <a:ext cx="288000" cy="288000"/>
                  </a:xfrm>
                  <a:prstGeom prst="rect">
                    <a:avLst/>
                  </a:prstGeom>
                </p:spPr>
              </p:pic>
            </p:grpSp>
          </p:grpSp>
          <p:pic>
            <p:nvPicPr>
              <p:cNvPr id="309" name="Picture 2">
                <a:extLst>
                  <a:ext uri="{FF2B5EF4-FFF2-40B4-BE49-F238E27FC236}">
                    <a16:creationId xmlns:a16="http://schemas.microsoft.com/office/drawing/2014/main" id="{38445FDA-FBEC-BC0C-4081-494AEF3E94C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34717" y="2206825"/>
                <a:ext cx="210146" cy="2101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10" name="Picture 2">
                <a:extLst>
                  <a:ext uri="{FF2B5EF4-FFF2-40B4-BE49-F238E27FC236}">
                    <a16:creationId xmlns:a16="http://schemas.microsoft.com/office/drawing/2014/main" id="{5D0FCE4C-1A34-8F09-8934-B5CA38C93E9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34717" y="2459567"/>
                <a:ext cx="210146" cy="2101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19" name="组合 318">
              <a:extLst>
                <a:ext uri="{FF2B5EF4-FFF2-40B4-BE49-F238E27FC236}">
                  <a16:creationId xmlns:a16="http://schemas.microsoft.com/office/drawing/2014/main" id="{82922D1A-EC07-3EC1-E2AA-A162AFA7D0E3}"/>
                </a:ext>
              </a:extLst>
            </p:cNvPr>
            <p:cNvGrpSpPr/>
            <p:nvPr/>
          </p:nvGrpSpPr>
          <p:grpSpPr>
            <a:xfrm>
              <a:off x="8493213" y="2844977"/>
              <a:ext cx="3376782" cy="646331"/>
              <a:chOff x="8493213" y="2901422"/>
              <a:chExt cx="3376782" cy="646331"/>
            </a:xfrm>
          </p:grpSpPr>
          <p:grpSp>
            <p:nvGrpSpPr>
              <p:cNvPr id="281" name="组合 280">
                <a:extLst>
                  <a:ext uri="{FF2B5EF4-FFF2-40B4-BE49-F238E27FC236}">
                    <a16:creationId xmlns:a16="http://schemas.microsoft.com/office/drawing/2014/main" id="{84DB625E-8FE4-43BA-F57C-FDBE80FCCBE3}"/>
                  </a:ext>
                </a:extLst>
              </p:cNvPr>
              <p:cNvGrpSpPr/>
              <p:nvPr/>
            </p:nvGrpSpPr>
            <p:grpSpPr>
              <a:xfrm>
                <a:off x="8493213" y="2901422"/>
                <a:ext cx="3376782" cy="646331"/>
                <a:chOff x="4232239" y="2545674"/>
                <a:chExt cx="3376782" cy="646331"/>
              </a:xfrm>
            </p:grpSpPr>
            <p:sp>
              <p:nvSpPr>
                <p:cNvPr id="284" name="文本框 283">
                  <a:extLst>
                    <a:ext uri="{FF2B5EF4-FFF2-40B4-BE49-F238E27FC236}">
                      <a16:creationId xmlns:a16="http://schemas.microsoft.com/office/drawing/2014/main" id="{D232A112-32BB-4D1D-A4B9-1DA00E54A059}"/>
                    </a:ext>
                  </a:extLst>
                </p:cNvPr>
                <p:cNvSpPr txBox="1"/>
                <p:nvPr/>
              </p:nvSpPr>
              <p:spPr>
                <a:xfrm>
                  <a:off x="4232239" y="2545674"/>
                  <a:ext cx="2114698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1"/>
                  <a:r>
                    <a:rPr kumimoji="1" lang="zh-CN" alt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   </a:t>
                  </a:r>
                  <a:r>
                    <a:rPr kumimoji="1" lang="en-US" altLang="zh-CN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Select</a:t>
                  </a:r>
                </a:p>
                <a:p>
                  <a:pPr lvl="1"/>
                  <a:r>
                    <a:rPr kumimoji="1" lang="zh-CN" altLang="en-US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   </a:t>
                  </a:r>
                  <a:r>
                    <a:rPr kumimoji="1" lang="en-US" altLang="zh-CN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Update</a:t>
                  </a:r>
                </a:p>
              </p:txBody>
            </p:sp>
            <p:sp>
              <p:nvSpPr>
                <p:cNvPr id="285" name="文本框 284">
                  <a:extLst>
                    <a:ext uri="{FF2B5EF4-FFF2-40B4-BE49-F238E27FC236}">
                      <a16:creationId xmlns:a16="http://schemas.microsoft.com/office/drawing/2014/main" id="{41D88F5C-F338-3369-3FE7-B8FF0D2A1F6B}"/>
                    </a:ext>
                  </a:extLst>
                </p:cNvPr>
                <p:cNvSpPr txBox="1"/>
                <p:nvPr/>
              </p:nvSpPr>
              <p:spPr>
                <a:xfrm>
                  <a:off x="5494323" y="2545674"/>
                  <a:ext cx="2114698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1"/>
                  <a:r>
                    <a:rPr kumimoji="1" lang="en-US" altLang="zh-CN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Insert</a:t>
                  </a:r>
                </a:p>
                <a:p>
                  <a:pPr lvl="1"/>
                  <a:r>
                    <a:rPr kumimoji="1" lang="en-US" altLang="zh-CN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Delete</a:t>
                  </a:r>
                </a:p>
              </p:txBody>
            </p:sp>
          </p:grpSp>
          <p:pic>
            <p:nvPicPr>
              <p:cNvPr id="311" name="Picture 2">
                <a:extLst>
                  <a:ext uri="{FF2B5EF4-FFF2-40B4-BE49-F238E27FC236}">
                    <a16:creationId xmlns:a16="http://schemas.microsoft.com/office/drawing/2014/main" id="{81FD3A5C-226F-EC58-8512-CAC6FB0A1A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97467" y="2989138"/>
                <a:ext cx="210146" cy="2101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12" name="Picture 2">
                <a:extLst>
                  <a:ext uri="{FF2B5EF4-FFF2-40B4-BE49-F238E27FC236}">
                    <a16:creationId xmlns:a16="http://schemas.microsoft.com/office/drawing/2014/main" id="{8DECF9C7-BFE2-920C-FFCA-DA4EE07B04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97467" y="3241880"/>
                <a:ext cx="210146" cy="2101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13" name="Picture 2">
                <a:extLst>
                  <a:ext uri="{FF2B5EF4-FFF2-40B4-BE49-F238E27FC236}">
                    <a16:creationId xmlns:a16="http://schemas.microsoft.com/office/drawing/2014/main" id="{836ACC26-D9E7-6AEA-5EE1-C173CE4515B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65525" y="3002705"/>
                <a:ext cx="210146" cy="2101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14" name="Picture 2">
                <a:extLst>
                  <a:ext uri="{FF2B5EF4-FFF2-40B4-BE49-F238E27FC236}">
                    <a16:creationId xmlns:a16="http://schemas.microsoft.com/office/drawing/2014/main" id="{B35EED6D-6D0F-C6EB-44AC-DD7B520359E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65525" y="3255447"/>
                <a:ext cx="210146" cy="2101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18" name="组合 317">
              <a:extLst>
                <a:ext uri="{FF2B5EF4-FFF2-40B4-BE49-F238E27FC236}">
                  <a16:creationId xmlns:a16="http://schemas.microsoft.com/office/drawing/2014/main" id="{01C02C7A-8F5F-115B-0421-9602CE741BCA}"/>
                </a:ext>
              </a:extLst>
            </p:cNvPr>
            <p:cNvGrpSpPr/>
            <p:nvPr/>
          </p:nvGrpSpPr>
          <p:grpSpPr>
            <a:xfrm>
              <a:off x="8728470" y="3583020"/>
              <a:ext cx="3200167" cy="923330"/>
              <a:chOff x="8493213" y="3526866"/>
              <a:chExt cx="3200167" cy="923330"/>
            </a:xfrm>
          </p:grpSpPr>
          <p:sp>
            <p:nvSpPr>
              <p:cNvPr id="269" name="文本框 268">
                <a:extLst>
                  <a:ext uri="{FF2B5EF4-FFF2-40B4-BE49-F238E27FC236}">
                    <a16:creationId xmlns:a16="http://schemas.microsoft.com/office/drawing/2014/main" id="{C54AC0FE-B5C6-C076-292A-9E29FDF405CC}"/>
                  </a:ext>
                </a:extLst>
              </p:cNvPr>
              <p:cNvSpPr txBox="1"/>
              <p:nvPr/>
            </p:nvSpPr>
            <p:spPr>
              <a:xfrm>
                <a:off x="8493213" y="3526866"/>
                <a:ext cx="3200167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kumimoji="1"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Begin a transaction</a:t>
                </a:r>
              </a:p>
              <a:p>
                <a:pPr lvl="1"/>
                <a:r>
                  <a:rPr kumimoji="1"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Commit transaction</a:t>
                </a:r>
              </a:p>
              <a:p>
                <a:pPr lvl="1"/>
                <a:r>
                  <a:rPr kumimoji="1"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Rollback transaction</a:t>
                </a:r>
              </a:p>
            </p:txBody>
          </p:sp>
          <p:pic>
            <p:nvPicPr>
              <p:cNvPr id="315" name="Picture 2">
                <a:extLst>
                  <a:ext uri="{FF2B5EF4-FFF2-40B4-BE49-F238E27FC236}">
                    <a16:creationId xmlns:a16="http://schemas.microsoft.com/office/drawing/2014/main" id="{11FF949A-3374-301E-34A0-A1393C331A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87321" y="3614582"/>
                <a:ext cx="210146" cy="2101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16" name="Picture 2">
                <a:extLst>
                  <a:ext uri="{FF2B5EF4-FFF2-40B4-BE49-F238E27FC236}">
                    <a16:creationId xmlns:a16="http://schemas.microsoft.com/office/drawing/2014/main" id="{DA21B69A-A68E-5232-8056-C518FF5AA88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87321" y="3889902"/>
                <a:ext cx="210146" cy="2101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17" name="Picture 2">
                <a:extLst>
                  <a:ext uri="{FF2B5EF4-FFF2-40B4-BE49-F238E27FC236}">
                    <a16:creationId xmlns:a16="http://schemas.microsoft.com/office/drawing/2014/main" id="{E6BCB71A-3BDB-805D-B61B-C79D18E81A0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87321" y="4176716"/>
                <a:ext cx="210146" cy="2101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0243" name="组合 10242">
              <a:extLst>
                <a:ext uri="{FF2B5EF4-FFF2-40B4-BE49-F238E27FC236}">
                  <a16:creationId xmlns:a16="http://schemas.microsoft.com/office/drawing/2014/main" id="{66DBA731-C788-7521-E01E-EEB99B0BDE55}"/>
                </a:ext>
              </a:extLst>
            </p:cNvPr>
            <p:cNvGrpSpPr/>
            <p:nvPr/>
          </p:nvGrpSpPr>
          <p:grpSpPr>
            <a:xfrm>
              <a:off x="8417775" y="4622328"/>
              <a:ext cx="3200167" cy="369333"/>
              <a:chOff x="8417775" y="4690062"/>
              <a:chExt cx="3200167" cy="369333"/>
            </a:xfrm>
          </p:grpSpPr>
          <p:sp>
            <p:nvSpPr>
              <p:cNvPr id="289" name="文本框 288">
                <a:extLst>
                  <a:ext uri="{FF2B5EF4-FFF2-40B4-BE49-F238E27FC236}">
                    <a16:creationId xmlns:a16="http://schemas.microsoft.com/office/drawing/2014/main" id="{50CB86AD-DFBF-9E80-CABB-632E9BD71D02}"/>
                  </a:ext>
                </a:extLst>
              </p:cNvPr>
              <p:cNvSpPr txBox="1"/>
              <p:nvPr/>
            </p:nvSpPr>
            <p:spPr>
              <a:xfrm>
                <a:off x="8417775" y="4690062"/>
                <a:ext cx="3200167" cy="3693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kumimoji="1" lang="zh-CN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   </a:t>
                </a:r>
                <a:r>
                  <a:rPr kumimoji="1"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Execution via proxy</a:t>
                </a:r>
              </a:p>
            </p:txBody>
          </p:sp>
          <p:pic>
            <p:nvPicPr>
              <p:cNvPr id="10241" name="Picture 2">
                <a:extLst>
                  <a:ext uri="{FF2B5EF4-FFF2-40B4-BE49-F238E27FC236}">
                    <a16:creationId xmlns:a16="http://schemas.microsoft.com/office/drawing/2014/main" id="{8457DBCB-DC8A-B686-4D98-E79408AD6C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025676" y="4769655"/>
                <a:ext cx="210146" cy="2101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0244" name="圆角矩形 10243">
              <a:extLst>
                <a:ext uri="{FF2B5EF4-FFF2-40B4-BE49-F238E27FC236}">
                  <a16:creationId xmlns:a16="http://schemas.microsoft.com/office/drawing/2014/main" id="{764F6103-D2C6-7DA8-BA98-F431EE92EF10}"/>
                </a:ext>
              </a:extLst>
            </p:cNvPr>
            <p:cNvSpPr/>
            <p:nvPr/>
          </p:nvSpPr>
          <p:spPr>
            <a:xfrm>
              <a:off x="8850489" y="2087645"/>
              <a:ext cx="2665853" cy="684000"/>
            </a:xfrm>
            <a:prstGeom prst="roundRect">
              <a:avLst/>
            </a:prstGeom>
            <a:noFill/>
            <a:ln w="19050">
              <a:solidFill>
                <a:srgbClr val="BFBFBF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245" name="圆角矩形 10244">
              <a:extLst>
                <a:ext uri="{FF2B5EF4-FFF2-40B4-BE49-F238E27FC236}">
                  <a16:creationId xmlns:a16="http://schemas.microsoft.com/office/drawing/2014/main" id="{D4076867-3536-43CF-37D4-7FAC162D0BAD}"/>
                </a:ext>
              </a:extLst>
            </p:cNvPr>
            <p:cNvSpPr/>
            <p:nvPr/>
          </p:nvSpPr>
          <p:spPr>
            <a:xfrm>
              <a:off x="8848500" y="2839764"/>
              <a:ext cx="2665853" cy="684000"/>
            </a:xfrm>
            <a:prstGeom prst="roundRect">
              <a:avLst/>
            </a:prstGeom>
            <a:noFill/>
            <a:ln w="19050">
              <a:solidFill>
                <a:srgbClr val="C0C0C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246" name="圆角矩形 10245">
              <a:extLst>
                <a:ext uri="{FF2B5EF4-FFF2-40B4-BE49-F238E27FC236}">
                  <a16:creationId xmlns:a16="http://schemas.microsoft.com/office/drawing/2014/main" id="{3B309680-F9B7-DD48-B9DA-08BA948FE640}"/>
                </a:ext>
              </a:extLst>
            </p:cNvPr>
            <p:cNvSpPr/>
            <p:nvPr/>
          </p:nvSpPr>
          <p:spPr>
            <a:xfrm>
              <a:off x="8848499" y="3581077"/>
              <a:ext cx="2665853" cy="932766"/>
            </a:xfrm>
            <a:prstGeom prst="roundRect">
              <a:avLst/>
            </a:prstGeom>
            <a:noFill/>
            <a:ln w="19050">
              <a:solidFill>
                <a:srgbClr val="C0C0C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247" name="圆角矩形 10246">
              <a:extLst>
                <a:ext uri="{FF2B5EF4-FFF2-40B4-BE49-F238E27FC236}">
                  <a16:creationId xmlns:a16="http://schemas.microsoft.com/office/drawing/2014/main" id="{59B06A71-72A1-6B1A-0F07-71AA438569E6}"/>
                </a:ext>
              </a:extLst>
            </p:cNvPr>
            <p:cNvSpPr/>
            <p:nvPr/>
          </p:nvSpPr>
          <p:spPr>
            <a:xfrm>
              <a:off x="8848498" y="4577300"/>
              <a:ext cx="2665853" cy="462507"/>
            </a:xfrm>
            <a:prstGeom prst="roundRect">
              <a:avLst/>
            </a:prstGeom>
            <a:noFill/>
            <a:ln w="19050">
              <a:solidFill>
                <a:srgbClr val="C0C0C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248" name="圆角矩形 10247">
              <a:extLst>
                <a:ext uri="{FF2B5EF4-FFF2-40B4-BE49-F238E27FC236}">
                  <a16:creationId xmlns:a16="http://schemas.microsoft.com/office/drawing/2014/main" id="{D38FD281-EA7C-6FBD-B7C1-D88D7050A1B2}"/>
                </a:ext>
              </a:extLst>
            </p:cNvPr>
            <p:cNvSpPr/>
            <p:nvPr/>
          </p:nvSpPr>
          <p:spPr>
            <a:xfrm>
              <a:off x="8719993" y="1970866"/>
              <a:ext cx="2891641" cy="3220997"/>
            </a:xfrm>
            <a:prstGeom prst="roundRect">
              <a:avLst>
                <a:gd name="adj" fmla="val 1832"/>
              </a:avLst>
            </a:prstGeom>
            <a:noFill/>
            <a:ln w="28575">
              <a:solidFill>
                <a:schemeClr val="bg2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250" name="提取 10249">
              <a:extLst>
                <a:ext uri="{FF2B5EF4-FFF2-40B4-BE49-F238E27FC236}">
                  <a16:creationId xmlns:a16="http://schemas.microsoft.com/office/drawing/2014/main" id="{BD0339F0-4D28-58A0-AF4A-040E8522FFC0}"/>
                </a:ext>
              </a:extLst>
            </p:cNvPr>
            <p:cNvSpPr/>
            <p:nvPr/>
          </p:nvSpPr>
          <p:spPr>
            <a:xfrm rot="16200000">
              <a:off x="8108079" y="2688654"/>
              <a:ext cx="517744" cy="1012568"/>
            </a:xfrm>
            <a:prstGeom prst="flowChartExtract">
              <a:avLst/>
            </a:prstGeom>
            <a:gradFill flip="none" rotWithShape="1">
              <a:gsLst>
                <a:gs pos="0">
                  <a:srgbClr val="CCC8C8"/>
                </a:gs>
                <a:gs pos="96000">
                  <a:schemeClr val="bg1">
                    <a:lumMod val="9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251" name="提取 10250">
              <a:extLst>
                <a:ext uri="{FF2B5EF4-FFF2-40B4-BE49-F238E27FC236}">
                  <a16:creationId xmlns:a16="http://schemas.microsoft.com/office/drawing/2014/main" id="{26446EE2-93A4-E91E-87B0-E9750D401438}"/>
                </a:ext>
              </a:extLst>
            </p:cNvPr>
            <p:cNvSpPr/>
            <p:nvPr/>
          </p:nvSpPr>
          <p:spPr>
            <a:xfrm rot="16200000">
              <a:off x="8103394" y="3507067"/>
              <a:ext cx="517744" cy="1012568"/>
            </a:xfrm>
            <a:prstGeom prst="flowChartExtract">
              <a:avLst/>
            </a:prstGeom>
            <a:gradFill flip="none" rotWithShape="1">
              <a:gsLst>
                <a:gs pos="0">
                  <a:srgbClr val="CCC8C8"/>
                </a:gs>
                <a:gs pos="96000">
                  <a:schemeClr val="bg1">
                    <a:lumMod val="9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252" name="提取 10251">
              <a:extLst>
                <a:ext uri="{FF2B5EF4-FFF2-40B4-BE49-F238E27FC236}">
                  <a16:creationId xmlns:a16="http://schemas.microsoft.com/office/drawing/2014/main" id="{31ED1064-A3CE-B621-BAC0-49023FED72F0}"/>
                </a:ext>
              </a:extLst>
            </p:cNvPr>
            <p:cNvSpPr/>
            <p:nvPr/>
          </p:nvSpPr>
          <p:spPr>
            <a:xfrm rot="16200000">
              <a:off x="8233038" y="4319954"/>
              <a:ext cx="282116" cy="1012568"/>
            </a:xfrm>
            <a:prstGeom prst="flowChartExtract">
              <a:avLst/>
            </a:prstGeom>
            <a:gradFill flip="none" rotWithShape="1">
              <a:gsLst>
                <a:gs pos="0">
                  <a:srgbClr val="CCC8C8"/>
                </a:gs>
                <a:gs pos="96000">
                  <a:schemeClr val="bg1">
                    <a:lumMod val="9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255" name="提取 10254">
              <a:extLst>
                <a:ext uri="{FF2B5EF4-FFF2-40B4-BE49-F238E27FC236}">
                  <a16:creationId xmlns:a16="http://schemas.microsoft.com/office/drawing/2014/main" id="{057D7263-7F7A-6AA8-DE5A-3E0AEA429FA4}"/>
                </a:ext>
              </a:extLst>
            </p:cNvPr>
            <p:cNvSpPr/>
            <p:nvPr/>
          </p:nvSpPr>
          <p:spPr>
            <a:xfrm rot="16200000">
              <a:off x="8124653" y="1949109"/>
              <a:ext cx="517744" cy="1012568"/>
            </a:xfrm>
            <a:prstGeom prst="flowChartExtract">
              <a:avLst/>
            </a:prstGeom>
            <a:gradFill flip="none" rotWithShape="1">
              <a:gsLst>
                <a:gs pos="0">
                  <a:srgbClr val="CCC8C8"/>
                </a:gs>
                <a:gs pos="96000">
                  <a:schemeClr val="bg1">
                    <a:lumMod val="9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6543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65A30-BE50-8E73-05C1-4D9DA56B4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4E5EE6-EBD8-5F13-B205-DCF8A7F99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097" y="376818"/>
            <a:ext cx="10515600" cy="848908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Context Retrieval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F158C30-5784-B3D5-E9A1-1198FC672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0CBA-2EFE-6B43-904B-8F092F4680CE}" type="slidenum">
              <a:rPr kumimoji="1" lang="zh-CN" altLang="en-US" smtClean="0"/>
              <a:t>8</a:t>
            </a:fld>
            <a:endParaRPr kumimoji="1" lang="zh-CN" altLang="en-US"/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A3C9B30C-86B0-75AE-3562-FA9173331A3F}"/>
              </a:ext>
            </a:extLst>
          </p:cNvPr>
          <p:cNvSpPr txBox="1"/>
          <p:nvPr/>
        </p:nvSpPr>
        <p:spPr>
          <a:xfrm>
            <a:off x="639817" y="1419213"/>
            <a:ext cx="10912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DB-side privileges and user-side restrictions are made explicit to the LLM</a:t>
            </a:r>
            <a:r>
              <a:rPr lang="zh-CN" altLang="en-US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via annotations</a:t>
            </a:r>
            <a:r>
              <a:rPr lang="zh-CN" altLang="en-US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EE1F5D7-4C9A-5371-B152-7FD6D7C494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468" b="49865"/>
          <a:stretch>
            <a:fillRect/>
          </a:stretch>
        </p:blipFill>
        <p:spPr>
          <a:xfrm>
            <a:off x="840359" y="2099329"/>
            <a:ext cx="3637818" cy="181550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3197D82-E939-432B-B31C-85776F6C13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865" r="48468"/>
          <a:stretch>
            <a:fillRect/>
          </a:stretch>
        </p:blipFill>
        <p:spPr>
          <a:xfrm>
            <a:off x="840359" y="4089056"/>
            <a:ext cx="3637818" cy="181550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A9FBAF2-6BB7-C10A-4B31-3067F50971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797" b="49865"/>
          <a:stretch>
            <a:fillRect/>
          </a:stretch>
        </p:blipFill>
        <p:spPr>
          <a:xfrm>
            <a:off x="4672828" y="2099329"/>
            <a:ext cx="3473444" cy="181550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306B607-083C-E908-35F6-3B7B89B44E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t="49865"/>
          <a:stretch>
            <a:fillRect/>
          </a:stretch>
        </p:blipFill>
        <p:spPr>
          <a:xfrm>
            <a:off x="4672828" y="4089056"/>
            <a:ext cx="3473444" cy="181550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" name="圆角矩形 19">
            <a:extLst>
              <a:ext uri="{FF2B5EF4-FFF2-40B4-BE49-F238E27FC236}">
                <a16:creationId xmlns:a16="http://schemas.microsoft.com/office/drawing/2014/main" id="{28A92C02-F243-077D-E6F5-D30A85B25550}"/>
              </a:ext>
            </a:extLst>
          </p:cNvPr>
          <p:cNvSpPr/>
          <p:nvPr/>
        </p:nvSpPr>
        <p:spPr>
          <a:xfrm>
            <a:off x="840360" y="4001918"/>
            <a:ext cx="3637817" cy="324155"/>
          </a:xfrm>
          <a:prstGeom prst="roundRect">
            <a:avLst>
              <a:gd name="adj" fmla="val 23491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181F79FC-942C-4621-FE09-A7EDAE178879}"/>
              </a:ext>
            </a:extLst>
          </p:cNvPr>
          <p:cNvSpPr/>
          <p:nvPr/>
        </p:nvSpPr>
        <p:spPr>
          <a:xfrm>
            <a:off x="4590641" y="4001918"/>
            <a:ext cx="3637817" cy="324155"/>
          </a:xfrm>
          <a:prstGeom prst="roundRect">
            <a:avLst>
              <a:gd name="adj" fmla="val 23491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17315CD1-F314-AC52-FCAA-1D1421E3BD55}"/>
              </a:ext>
            </a:extLst>
          </p:cNvPr>
          <p:cNvGrpSpPr/>
          <p:nvPr/>
        </p:nvGrpSpPr>
        <p:grpSpPr>
          <a:xfrm>
            <a:off x="8610600" y="2095707"/>
            <a:ext cx="2741040" cy="3406920"/>
            <a:chOff x="8610600" y="2095707"/>
            <a:chExt cx="2741040" cy="3406920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2302C529-B06D-9A1F-AC8E-B48760D8F46C}"/>
                </a:ext>
              </a:extLst>
            </p:cNvPr>
            <p:cNvGrpSpPr/>
            <p:nvPr/>
          </p:nvGrpSpPr>
          <p:grpSpPr>
            <a:xfrm>
              <a:off x="8645275" y="2142488"/>
              <a:ext cx="2371029" cy="3360139"/>
              <a:chOff x="8645275" y="2142488"/>
              <a:chExt cx="2371029" cy="3360139"/>
            </a:xfrm>
          </p:grpSpPr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F9C028A1-6FE8-65FF-0C87-B90F8D0980F4}"/>
                  </a:ext>
                </a:extLst>
              </p:cNvPr>
              <p:cNvSpPr/>
              <p:nvPr/>
            </p:nvSpPr>
            <p:spPr>
              <a:xfrm>
                <a:off x="9164976" y="2527609"/>
                <a:ext cx="1800000" cy="1304621"/>
              </a:xfrm>
              <a:prstGeom prst="ellipse">
                <a:avLst/>
              </a:prstGeom>
              <a:solidFill>
                <a:srgbClr val="FBE5D6">
                  <a:alpha val="50196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246E7E2-074D-A483-2ABA-93CCE6D00D07}"/>
                  </a:ext>
                </a:extLst>
              </p:cNvPr>
              <p:cNvSpPr txBox="1"/>
              <p:nvPr/>
            </p:nvSpPr>
            <p:spPr>
              <a:xfrm>
                <a:off x="8645275" y="2142488"/>
                <a:ext cx="14197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  <a:sym typeface="Wingdings" pitchFamily="2" charset="2"/>
                  </a:rPr>
                  <a:t>Object set</a:t>
                </a:r>
                <a:endParaRPr lang="zh-CN" altLang="en-US" b="1" dirty="0"/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E6768B1-54BA-45B8-9D4A-5945184BB68A}"/>
                  </a:ext>
                </a:extLst>
              </p:cNvPr>
              <p:cNvSpPr txBox="1"/>
              <p:nvPr/>
            </p:nvSpPr>
            <p:spPr>
              <a:xfrm>
                <a:off x="9372032" y="2879643"/>
                <a:ext cx="138588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8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  <a:sym typeface="Wingdings" pitchFamily="2" charset="2"/>
                  </a:rPr>
                  <a:t>User-side restrictions</a:t>
                </a:r>
                <a:endParaRPr lang="zh-CN" altLang="en-US" dirty="0"/>
              </a:p>
            </p:txBody>
          </p:sp>
          <p:cxnSp>
            <p:nvCxnSpPr>
              <p:cNvPr id="15" name="直线箭头连接符 14">
                <a:extLst>
                  <a:ext uri="{FF2B5EF4-FFF2-40B4-BE49-F238E27FC236}">
                    <a16:creationId xmlns:a16="http://schemas.microsoft.com/office/drawing/2014/main" id="{8A75959C-CE6B-7EFC-9417-C143ADABE0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64978" y="3480196"/>
                <a:ext cx="0" cy="845878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3C796FB8-DC47-69D1-AD22-7D5E7123D89F}"/>
                  </a:ext>
                </a:extLst>
              </p:cNvPr>
              <p:cNvSpPr txBox="1"/>
              <p:nvPr/>
            </p:nvSpPr>
            <p:spPr>
              <a:xfrm>
                <a:off x="9011239" y="4280296"/>
                <a:ext cx="200506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8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  <a:sym typeface="Wingdings" pitchFamily="2" charset="2"/>
                  </a:rPr>
                  <a:t>Schema exposed to LLM</a:t>
                </a:r>
                <a:endParaRPr lang="zh-CN" altLang="en-US" dirty="0"/>
              </a:p>
            </p:txBody>
          </p:sp>
          <p:pic>
            <p:nvPicPr>
              <p:cNvPr id="18" name="Picture 4" descr="Llm Images – Browse 16,832 Stock Photos, Vectors, and Video | Adobe Stock">
                <a:extLst>
                  <a:ext uri="{FF2B5EF4-FFF2-40B4-BE49-F238E27FC236}">
                    <a16:creationId xmlns:a16="http://schemas.microsoft.com/office/drawing/2014/main" id="{0AD53882-AB91-7622-332C-414929D4B8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731213" y="4926627"/>
                <a:ext cx="724679" cy="576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4" name="圆角矩形 23">
              <a:extLst>
                <a:ext uri="{FF2B5EF4-FFF2-40B4-BE49-F238E27FC236}">
                  <a16:creationId xmlns:a16="http://schemas.microsoft.com/office/drawing/2014/main" id="{69E9F0EF-AAA9-C015-D477-59ED515F51D8}"/>
                </a:ext>
              </a:extLst>
            </p:cNvPr>
            <p:cNvSpPr/>
            <p:nvPr/>
          </p:nvSpPr>
          <p:spPr>
            <a:xfrm>
              <a:off x="8610600" y="2095707"/>
              <a:ext cx="2741040" cy="2019901"/>
            </a:xfrm>
            <a:prstGeom prst="roundRect">
              <a:avLst>
                <a:gd name="adj" fmla="val 6808"/>
              </a:avLst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41438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B02AA-397E-60DB-67E0-5EF0DA686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文本框 221">
            <a:extLst>
              <a:ext uri="{FF2B5EF4-FFF2-40B4-BE49-F238E27FC236}">
                <a16:creationId xmlns:a16="http://schemas.microsoft.com/office/drawing/2014/main" id="{FBEF2950-B86B-5A1D-44A3-890BA4D121BD}"/>
              </a:ext>
            </a:extLst>
          </p:cNvPr>
          <p:cNvSpPr txBox="1"/>
          <p:nvPr/>
        </p:nvSpPr>
        <p:spPr>
          <a:xfrm>
            <a:off x="639817" y="1419213"/>
            <a:ext cx="1039013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Action-level tool modularization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Wingdings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Wingdings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Wingdings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Wingdings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Wingdings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Wingdings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Wingdings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Wingdings" pitchFamily="2" charset="2"/>
            </a:endParaRPr>
          </a:p>
          <a:p>
            <a:endParaRPr lang="en-US" altLang="zh-CN" sz="2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Wingdings" pitchFamily="2" charset="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62B8A1D-1AD9-E68B-DC69-56B1F4B52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097" y="376818"/>
            <a:ext cx="10515600" cy="848908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SQL Execution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F365A32-598D-3E31-A299-8AD734FA6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5204" y="6270650"/>
            <a:ext cx="2743200" cy="365125"/>
          </a:xfrm>
        </p:spPr>
        <p:txBody>
          <a:bodyPr/>
          <a:lstStyle/>
          <a:p>
            <a:fld id="{95440CBA-2EFE-6B43-904B-8F092F4680CE}" type="slidenum">
              <a:rPr kumimoji="1" lang="zh-CN" altLang="en-US" smtClean="0"/>
              <a:t>9</a:t>
            </a:fld>
            <a:endParaRPr kumimoji="1"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46B9431F-1E38-54B7-8903-6B6273E30D0F}"/>
              </a:ext>
            </a:extLst>
          </p:cNvPr>
          <p:cNvGrpSpPr/>
          <p:nvPr/>
        </p:nvGrpSpPr>
        <p:grpSpPr>
          <a:xfrm>
            <a:off x="1609311" y="2130886"/>
            <a:ext cx="4293959" cy="646331"/>
            <a:chOff x="8494103" y="2957846"/>
            <a:chExt cx="4293959" cy="646331"/>
          </a:xfrm>
        </p:grpSpPr>
        <p:sp>
          <p:nvSpPr>
            <p:cNvPr id="18" name="圆角矩形 17">
              <a:extLst>
                <a:ext uri="{FF2B5EF4-FFF2-40B4-BE49-F238E27FC236}">
                  <a16:creationId xmlns:a16="http://schemas.microsoft.com/office/drawing/2014/main" id="{246F61C5-648F-B9C2-8DC5-8A28BE858723}"/>
                </a:ext>
              </a:extLst>
            </p:cNvPr>
            <p:cNvSpPr/>
            <p:nvPr/>
          </p:nvSpPr>
          <p:spPr>
            <a:xfrm>
              <a:off x="8531508" y="2957846"/>
              <a:ext cx="4136765" cy="400110"/>
            </a:xfrm>
            <a:prstGeom prst="roundRect">
              <a:avLst>
                <a:gd name="adj" fmla="val 7948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EF1DA1D1-6C48-E60C-C98A-CBC2EBE00F0F}"/>
                </a:ext>
              </a:extLst>
            </p:cNvPr>
            <p:cNvSpPr txBox="1"/>
            <p:nvPr/>
          </p:nvSpPr>
          <p:spPr>
            <a:xfrm>
              <a:off x="8494103" y="2957846"/>
              <a:ext cx="429395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def </a:t>
              </a:r>
              <a:r>
                <a:rPr lang="en-US" altLang="zh-CN" b="1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execute</a:t>
              </a:r>
              <a:r>
                <a:rPr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(</a:t>
              </a:r>
              <a:r>
                <a:rPr lang="en-US" altLang="zh-CN" dirty="0" err="1">
                  <a:latin typeface="Calibri" panose="020F0502020204030204" pitchFamily="34" charset="0"/>
                  <a:cs typeface="Calibri" panose="020F0502020204030204" pitchFamily="34" charset="0"/>
                </a:rPr>
                <a:t>sql</a:t>
              </a:r>
              <a:r>
                <a:rPr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): </a:t>
              </a:r>
              <a:r>
                <a:rPr lang="en-US" altLang="zh-CN" dirty="0">
                  <a:solidFill>
                    <a:srgbClr val="3C767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# execute an arbitrary SQL</a:t>
              </a:r>
              <a:endParaRPr lang="en-US" altLang="zh-CN" b="1" dirty="0">
                <a:solidFill>
                  <a:srgbClr val="3C767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altLang="zh-CN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A86D215B-740A-CDB6-53F5-509EF0772227}"/>
              </a:ext>
            </a:extLst>
          </p:cNvPr>
          <p:cNvGrpSpPr/>
          <p:nvPr/>
        </p:nvGrpSpPr>
        <p:grpSpPr>
          <a:xfrm>
            <a:off x="1649056" y="2721857"/>
            <a:ext cx="4293959" cy="2115397"/>
            <a:chOff x="8531508" y="2957846"/>
            <a:chExt cx="4242107" cy="813721"/>
          </a:xfrm>
        </p:grpSpPr>
        <p:sp>
          <p:nvSpPr>
            <p:cNvPr id="21" name="圆角矩形 20">
              <a:extLst>
                <a:ext uri="{FF2B5EF4-FFF2-40B4-BE49-F238E27FC236}">
                  <a16:creationId xmlns:a16="http://schemas.microsoft.com/office/drawing/2014/main" id="{B83B0795-6B78-6B94-5192-197275C6EC43}"/>
                </a:ext>
              </a:extLst>
            </p:cNvPr>
            <p:cNvSpPr/>
            <p:nvPr/>
          </p:nvSpPr>
          <p:spPr>
            <a:xfrm>
              <a:off x="8531508" y="2957846"/>
              <a:ext cx="4093764" cy="629975"/>
            </a:xfrm>
            <a:prstGeom prst="roundRect">
              <a:avLst>
                <a:gd name="adj" fmla="val 3717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CA93BBE2-532D-71A0-FE9B-326F828C2F86}"/>
                </a:ext>
              </a:extLst>
            </p:cNvPr>
            <p:cNvSpPr txBox="1"/>
            <p:nvPr/>
          </p:nvSpPr>
          <p:spPr>
            <a:xfrm>
              <a:off x="8531508" y="2990186"/>
              <a:ext cx="4242107" cy="7813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def </a:t>
              </a:r>
              <a:r>
                <a:rPr lang="en-US" altLang="zh-CN" b="1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select</a:t>
              </a:r>
              <a:r>
                <a:rPr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(</a:t>
              </a:r>
              <a:r>
                <a:rPr lang="en-US" altLang="zh-CN" dirty="0" err="1">
                  <a:latin typeface="Calibri" panose="020F0502020204030204" pitchFamily="34" charset="0"/>
                  <a:cs typeface="Calibri" panose="020F0502020204030204" pitchFamily="34" charset="0"/>
                </a:rPr>
                <a:t>sql</a:t>
              </a:r>
              <a:r>
                <a:rPr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): </a:t>
              </a:r>
              <a:r>
                <a:rPr lang="en-US" altLang="zh-CN" dirty="0">
                  <a:solidFill>
                    <a:srgbClr val="3C767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# execute a SELECT SQL</a:t>
              </a:r>
              <a:endParaRPr lang="en-US" altLang="zh-CN" b="1" dirty="0">
                <a:solidFill>
                  <a:srgbClr val="3C767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n-US" altLang="zh-CN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def </a:t>
              </a:r>
              <a:r>
                <a:rPr lang="en-US" altLang="zh-CN" b="1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update</a:t>
              </a:r>
              <a:r>
                <a:rPr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(</a:t>
              </a:r>
              <a:r>
                <a:rPr lang="en-US" altLang="zh-CN" dirty="0" err="1">
                  <a:latin typeface="Calibri" panose="020F0502020204030204" pitchFamily="34" charset="0"/>
                  <a:cs typeface="Calibri" panose="020F0502020204030204" pitchFamily="34" charset="0"/>
                </a:rPr>
                <a:t>sql</a:t>
              </a:r>
              <a:r>
                <a:rPr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): </a:t>
              </a:r>
              <a:r>
                <a:rPr lang="en-US" altLang="zh-CN" dirty="0">
                  <a:solidFill>
                    <a:srgbClr val="3C767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# execute an UPDATE SQL</a:t>
              </a:r>
              <a:endParaRPr lang="en-US" altLang="zh-CN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n-US" altLang="zh-CN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def </a:t>
              </a:r>
              <a:r>
                <a:rPr lang="en-US" altLang="zh-CN" b="1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</a:t>
              </a:r>
              <a:r>
                <a:rPr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(</a:t>
              </a:r>
              <a:r>
                <a:rPr lang="en-US" altLang="zh-CN" dirty="0" err="1">
                  <a:latin typeface="Calibri" panose="020F0502020204030204" pitchFamily="34" charset="0"/>
                  <a:cs typeface="Calibri" panose="020F0502020204030204" pitchFamily="34" charset="0"/>
                </a:rPr>
                <a:t>sql</a:t>
              </a:r>
              <a:r>
                <a:rPr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): </a:t>
              </a:r>
              <a:r>
                <a:rPr lang="en-US" altLang="zh-CN" dirty="0">
                  <a:solidFill>
                    <a:srgbClr val="3C767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# execute an INSERT SQL</a:t>
              </a:r>
              <a:endParaRPr lang="en-US" altLang="zh-CN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n-US" altLang="zh-CN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def </a:t>
              </a:r>
              <a:r>
                <a:rPr lang="en-US" altLang="zh-CN" b="1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delete</a:t>
              </a:r>
              <a:r>
                <a:rPr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(</a:t>
              </a:r>
              <a:r>
                <a:rPr lang="en-US" altLang="zh-CN" dirty="0" err="1">
                  <a:latin typeface="Calibri" panose="020F0502020204030204" pitchFamily="34" charset="0"/>
                  <a:cs typeface="Calibri" panose="020F0502020204030204" pitchFamily="34" charset="0"/>
                </a:rPr>
                <a:t>sql</a:t>
              </a:r>
              <a:r>
                <a:rPr lang="en-US" altLang="zh-CN" dirty="0">
                  <a:latin typeface="Calibri" panose="020F0502020204030204" pitchFamily="34" charset="0"/>
                  <a:cs typeface="Calibri" panose="020F0502020204030204" pitchFamily="34" charset="0"/>
                </a:rPr>
                <a:t>): </a:t>
              </a:r>
              <a:r>
                <a:rPr lang="en-US" altLang="zh-CN" dirty="0">
                  <a:solidFill>
                    <a:srgbClr val="3C767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# execute a DELECT SQL</a:t>
              </a:r>
            </a:p>
            <a:p>
              <a:pPr algn="ctr"/>
              <a:r>
                <a:rPr lang="en-US" altLang="zh-CN" b="1" dirty="0">
                  <a:latin typeface="Calibri" panose="020F0502020204030204" pitchFamily="34" charset="0"/>
                  <a:cs typeface="Calibri" panose="020F0502020204030204" pitchFamily="34" charset="0"/>
                </a:rPr>
                <a:t>…</a:t>
              </a:r>
            </a:p>
            <a:p>
              <a:endParaRPr lang="en-US" altLang="zh-CN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altLang="zh-CN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90CD9128-576B-5D17-C367-926DCA1D65AC}"/>
              </a:ext>
            </a:extLst>
          </p:cNvPr>
          <p:cNvSpPr txBox="1"/>
          <p:nvPr/>
        </p:nvSpPr>
        <p:spPr>
          <a:xfrm>
            <a:off x="639817" y="1419213"/>
            <a:ext cx="5146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Action-level tool modularization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6C3E72C4-F6FF-7D06-C319-2B8DCD578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702" y="3208476"/>
            <a:ext cx="460468" cy="460468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E6D02485-631D-8183-4E3C-E765F8103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478" y="2099015"/>
            <a:ext cx="460468" cy="460468"/>
          </a:xfrm>
          <a:prstGeom prst="rect">
            <a:avLst/>
          </a:prstGeom>
        </p:spPr>
      </p:pic>
      <p:grpSp>
        <p:nvGrpSpPr>
          <p:cNvPr id="207" name="组合 206">
            <a:extLst>
              <a:ext uri="{FF2B5EF4-FFF2-40B4-BE49-F238E27FC236}">
                <a16:creationId xmlns:a16="http://schemas.microsoft.com/office/drawing/2014/main" id="{570F2D0B-F893-9268-EBCE-2B9A3F7B30CF}"/>
              </a:ext>
            </a:extLst>
          </p:cNvPr>
          <p:cNvGrpSpPr/>
          <p:nvPr/>
        </p:nvGrpSpPr>
        <p:grpSpPr>
          <a:xfrm>
            <a:off x="141647" y="4730631"/>
            <a:ext cx="7312002" cy="2031325"/>
            <a:chOff x="141647" y="4730631"/>
            <a:chExt cx="7312002" cy="2031325"/>
          </a:xfrm>
        </p:grpSpPr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F47938A0-E95F-6785-1ED6-C9272F1756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73908" y="4877887"/>
              <a:ext cx="640298" cy="640298"/>
            </a:xfrm>
            <a:prstGeom prst="rect">
              <a:avLst/>
            </a:prstGeom>
          </p:spPr>
        </p:pic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AA828E7F-DCBA-C65A-3009-5351797A155A}"/>
                </a:ext>
              </a:extLst>
            </p:cNvPr>
            <p:cNvGrpSpPr/>
            <p:nvPr/>
          </p:nvGrpSpPr>
          <p:grpSpPr>
            <a:xfrm>
              <a:off x="141647" y="4730631"/>
              <a:ext cx="4560413" cy="2031325"/>
              <a:chOff x="117481" y="4780173"/>
              <a:chExt cx="4560413" cy="2031325"/>
            </a:xfrm>
          </p:grpSpPr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EE0470B0-3DF1-696D-C4F7-5934368DE502}"/>
                  </a:ext>
                </a:extLst>
              </p:cNvPr>
              <p:cNvSpPr txBox="1"/>
              <p:nvPr/>
            </p:nvSpPr>
            <p:spPr>
              <a:xfrm>
                <a:off x="117481" y="5754063"/>
                <a:ext cx="250391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  <a:sym typeface="Wingdings" pitchFamily="2" charset="2"/>
                  </a:rPr>
                  <a:t>Manager</a:t>
                </a:r>
                <a:endParaRPr lang="zh-CN" altLang="en-US" sz="1600" b="1" dirty="0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FE89BC85-9833-BEB2-DE58-21B0146CF4DF}"/>
                  </a:ext>
                </a:extLst>
              </p:cNvPr>
              <p:cNvGrpSpPr/>
              <p:nvPr/>
            </p:nvGrpSpPr>
            <p:grpSpPr>
              <a:xfrm>
                <a:off x="2334561" y="4780173"/>
                <a:ext cx="2343333" cy="2031325"/>
                <a:chOff x="1747037" y="5675214"/>
                <a:chExt cx="2343333" cy="2031325"/>
              </a:xfrm>
            </p:grpSpPr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5ED4A59A-0393-DF17-E572-EFD4E915E1ED}"/>
                    </a:ext>
                  </a:extLst>
                </p:cNvPr>
                <p:cNvSpPr txBox="1"/>
                <p:nvPr/>
              </p:nvSpPr>
              <p:spPr>
                <a:xfrm>
                  <a:off x="1919002" y="5675214"/>
                  <a:ext cx="2171368" cy="203132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b="1" dirty="0">
                      <a:solidFill>
                        <a:srgbClr val="7030A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select</a:t>
                  </a:r>
                </a:p>
                <a:p>
                  <a:r>
                    <a:rPr lang="en-US" altLang="zh-CN" b="1" dirty="0">
                      <a:solidFill>
                        <a:srgbClr val="7030A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Insert</a:t>
                  </a:r>
                  <a:endParaRPr lang="en-US" altLang="zh-CN" sz="400" b="1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r>
                    <a:rPr lang="en-US" altLang="zh-CN" b="1" dirty="0">
                      <a:solidFill>
                        <a:srgbClr val="7030A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update</a:t>
                  </a:r>
                </a:p>
                <a:p>
                  <a:r>
                    <a:rPr lang="en-US" altLang="zh-CN" b="1" dirty="0">
                      <a:solidFill>
                        <a:srgbClr val="7030A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delete </a:t>
                  </a:r>
                </a:p>
                <a:p>
                  <a:r>
                    <a:rPr lang="en-US" altLang="zh-CN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…</a:t>
                  </a:r>
                </a:p>
                <a:p>
                  <a:endPara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endPara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pic>
              <p:nvPicPr>
                <p:cNvPr id="47" name="Picture 2">
                  <a:extLst>
                    <a:ext uri="{FF2B5EF4-FFF2-40B4-BE49-F238E27FC236}">
                      <a16:creationId xmlns:a16="http://schemas.microsoft.com/office/drawing/2014/main" id="{35D21A11-D353-3D15-A59B-C81BD4D072A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61677" y="5765883"/>
                  <a:ext cx="210146" cy="21014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8" name="Picture 2">
                  <a:extLst>
                    <a:ext uri="{FF2B5EF4-FFF2-40B4-BE49-F238E27FC236}">
                      <a16:creationId xmlns:a16="http://schemas.microsoft.com/office/drawing/2014/main" id="{BA2CE4A3-6993-2B00-005C-34F4A46760A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50507" y="6310621"/>
                  <a:ext cx="210146" cy="21014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9" name="Picture 2">
                  <a:extLst>
                    <a:ext uri="{FF2B5EF4-FFF2-40B4-BE49-F238E27FC236}">
                      <a16:creationId xmlns:a16="http://schemas.microsoft.com/office/drawing/2014/main" id="{08220970-AA5E-B2EB-006C-DFC1BBF8284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61677" y="6038073"/>
                  <a:ext cx="210146" cy="21014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50" name="Picture 2">
                  <a:extLst>
                    <a:ext uri="{FF2B5EF4-FFF2-40B4-BE49-F238E27FC236}">
                      <a16:creationId xmlns:a16="http://schemas.microsoft.com/office/drawing/2014/main" id="{22462D80-4B1E-593A-FF9B-67A116EC4EA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47037" y="6595718"/>
                  <a:ext cx="210146" cy="21014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34" name="图片 33">
                <a:extLst>
                  <a:ext uri="{FF2B5EF4-FFF2-40B4-BE49-F238E27FC236}">
                    <a16:creationId xmlns:a16="http://schemas.microsoft.com/office/drawing/2014/main" id="{E11924B8-4715-C003-4554-89D716C045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73566" y="5146839"/>
                <a:ext cx="473028" cy="473028"/>
              </a:xfrm>
              <a:prstGeom prst="rect">
                <a:avLst/>
              </a:prstGeom>
            </p:spPr>
          </p:pic>
          <p:cxnSp>
            <p:nvCxnSpPr>
              <p:cNvPr id="39" name="直线箭头连接符 38">
                <a:extLst>
                  <a:ext uri="{FF2B5EF4-FFF2-40B4-BE49-F238E27FC236}">
                    <a16:creationId xmlns:a16="http://schemas.microsoft.com/office/drawing/2014/main" id="{21E64AB9-DED9-4C40-8BCB-FF5C64AC09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15989" y="5395391"/>
                <a:ext cx="406211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2352B355-BBB9-0BE8-3F64-8F1774990B9F}"/>
                </a:ext>
              </a:extLst>
            </p:cNvPr>
            <p:cNvGrpSpPr/>
            <p:nvPr/>
          </p:nvGrpSpPr>
          <p:grpSpPr>
            <a:xfrm>
              <a:off x="5124956" y="5105294"/>
              <a:ext cx="2328693" cy="646331"/>
              <a:chOff x="4890015" y="5045220"/>
              <a:chExt cx="2328693" cy="646331"/>
            </a:xfrm>
          </p:grpSpPr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E018D079-E373-82A3-9204-7D45F066327F}"/>
                  </a:ext>
                </a:extLst>
              </p:cNvPr>
              <p:cNvSpPr txBox="1"/>
              <p:nvPr/>
            </p:nvSpPr>
            <p:spPr>
              <a:xfrm>
                <a:off x="5047340" y="5045220"/>
                <a:ext cx="217136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b="1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select        </a:t>
                </a:r>
                <a:endParaRPr lang="en-US" altLang="zh-CN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altLang="zh-CN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54" name="Picture 2">
                <a:extLst>
                  <a:ext uri="{FF2B5EF4-FFF2-40B4-BE49-F238E27FC236}">
                    <a16:creationId xmlns:a16="http://schemas.microsoft.com/office/drawing/2014/main" id="{E9359990-B5A8-E233-FB6A-0ED3CED816F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90015" y="5135889"/>
                <a:ext cx="210146" cy="2101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0A55F94-B56F-945E-D4AD-691965674849}"/>
                </a:ext>
              </a:extLst>
            </p:cNvPr>
            <p:cNvSpPr txBox="1"/>
            <p:nvPr/>
          </p:nvSpPr>
          <p:spPr>
            <a:xfrm>
              <a:off x="3449667" y="5493235"/>
              <a:ext cx="153564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  <a:sym typeface="Wingdings" pitchFamily="2" charset="2"/>
                </a:rPr>
                <a:t>Sales assistant</a:t>
              </a:r>
              <a:endParaRPr lang="zh-CN" altLang="en-US" sz="1600" b="1" dirty="0"/>
            </a:p>
          </p:txBody>
        </p:sp>
        <p:cxnSp>
          <p:nvCxnSpPr>
            <p:cNvPr id="32" name="直线箭头连接符 31">
              <a:extLst>
                <a:ext uri="{FF2B5EF4-FFF2-40B4-BE49-F238E27FC236}">
                  <a16:creationId xmlns:a16="http://schemas.microsoft.com/office/drawing/2014/main" id="{D7D94E0A-987F-880A-EC10-C0EDB1B8CD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9102" y="5327004"/>
              <a:ext cx="40621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" name="组合 207">
            <a:extLst>
              <a:ext uri="{FF2B5EF4-FFF2-40B4-BE49-F238E27FC236}">
                <a16:creationId xmlns:a16="http://schemas.microsoft.com/office/drawing/2014/main" id="{9AF876E1-13E9-17E7-DBC1-B5B0E43FDD84}"/>
              </a:ext>
            </a:extLst>
          </p:cNvPr>
          <p:cNvGrpSpPr/>
          <p:nvPr/>
        </p:nvGrpSpPr>
        <p:grpSpPr>
          <a:xfrm>
            <a:off x="6523351" y="1407991"/>
            <a:ext cx="10863715" cy="4806919"/>
            <a:chOff x="6523351" y="1407991"/>
            <a:chExt cx="10863715" cy="4806919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24F446AB-05C9-4B10-0341-77144EFC3953}"/>
                </a:ext>
              </a:extLst>
            </p:cNvPr>
            <p:cNvSpPr txBox="1"/>
            <p:nvPr/>
          </p:nvSpPr>
          <p:spPr>
            <a:xfrm>
              <a:off x="6996933" y="1407991"/>
              <a:ext cx="103901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CN" sz="20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  <a:sym typeface="Wingdings" pitchFamily="2" charset="2"/>
                </a:rPr>
                <a:t>Object-level verification</a:t>
              </a:r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72D55720-1D6F-28F4-EF12-5BE142719314}"/>
                </a:ext>
              </a:extLst>
            </p:cNvPr>
            <p:cNvGrpSpPr/>
            <p:nvPr/>
          </p:nvGrpSpPr>
          <p:grpSpPr>
            <a:xfrm>
              <a:off x="7914857" y="2001588"/>
              <a:ext cx="3060479" cy="1812334"/>
              <a:chOff x="936917" y="2043234"/>
              <a:chExt cx="3060479" cy="1812334"/>
            </a:xfrm>
          </p:grpSpPr>
          <p:sp>
            <p:nvSpPr>
              <p:cNvPr id="36" name="圆角矩形 35">
                <a:extLst>
                  <a:ext uri="{FF2B5EF4-FFF2-40B4-BE49-F238E27FC236}">
                    <a16:creationId xmlns:a16="http://schemas.microsoft.com/office/drawing/2014/main" id="{27FB877A-1221-991D-6439-97A566E57908}"/>
                  </a:ext>
                </a:extLst>
              </p:cNvPr>
              <p:cNvSpPr/>
              <p:nvPr/>
            </p:nvSpPr>
            <p:spPr>
              <a:xfrm>
                <a:off x="936917" y="2043234"/>
                <a:ext cx="1836041" cy="46992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b="1" dirty="0">
                    <a:solidFill>
                      <a:srgbClr val="7030A0"/>
                    </a:solidFill>
                  </a:rPr>
                  <a:t>select (“</a:t>
                </a:r>
                <a:r>
                  <a:rPr kumimoji="1" lang="en-US" altLang="zh-CN" sz="1200" b="1" dirty="0">
                    <a:solidFill>
                      <a:schemeClr val="tx1"/>
                    </a:solidFill>
                  </a:rPr>
                  <a:t>SELECT from </a:t>
                </a:r>
                <a:r>
                  <a:rPr kumimoji="1" lang="en-US" altLang="zh-CN" sz="1200" b="1" dirty="0" err="1">
                    <a:solidFill>
                      <a:schemeClr val="tx1"/>
                    </a:solidFill>
                  </a:rPr>
                  <a:t>brand_B_sales</a:t>
                </a:r>
                <a:r>
                  <a:rPr kumimoji="1" lang="en-US" altLang="zh-CN" sz="1200" b="1" dirty="0">
                    <a:solidFill>
                      <a:srgbClr val="7030A0"/>
                    </a:solidFill>
                  </a:rPr>
                  <a:t>”)</a:t>
                </a:r>
                <a:endParaRPr kumimoji="1" lang="zh-CN" altLang="en-US" sz="1200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38" name="圆角矩形 37">
                <a:extLst>
                  <a:ext uri="{FF2B5EF4-FFF2-40B4-BE49-F238E27FC236}">
                    <a16:creationId xmlns:a16="http://schemas.microsoft.com/office/drawing/2014/main" id="{E50B739F-A199-FF28-2539-08034855BCED}"/>
                  </a:ext>
                </a:extLst>
              </p:cNvPr>
              <p:cNvSpPr/>
              <p:nvPr/>
            </p:nvSpPr>
            <p:spPr>
              <a:xfrm>
                <a:off x="1426192" y="2619390"/>
                <a:ext cx="1836041" cy="471034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b="1" dirty="0">
                    <a:solidFill>
                      <a:srgbClr val="7030A0"/>
                    </a:solidFill>
                  </a:rPr>
                  <a:t>required: SELECT on </a:t>
                </a:r>
                <a:r>
                  <a:rPr kumimoji="1" lang="en-US" altLang="zh-CN" sz="1200" b="1" dirty="0" err="1">
                    <a:solidFill>
                      <a:schemeClr val="tx1"/>
                    </a:solidFill>
                  </a:rPr>
                  <a:t>brand_B_sales</a:t>
                </a:r>
                <a:endParaRPr kumimoji="1" lang="zh-CN" altLang="en-US" sz="1200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40" name="圆角矩形 39">
                <a:extLst>
                  <a:ext uri="{FF2B5EF4-FFF2-40B4-BE49-F238E27FC236}">
                    <a16:creationId xmlns:a16="http://schemas.microsoft.com/office/drawing/2014/main" id="{60F85AF7-D199-CDEF-40AF-13D596CDC20A}"/>
                  </a:ext>
                </a:extLst>
              </p:cNvPr>
              <p:cNvSpPr/>
              <p:nvPr/>
            </p:nvSpPr>
            <p:spPr>
              <a:xfrm>
                <a:off x="2035485" y="3196657"/>
                <a:ext cx="1836041" cy="276338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b="1" dirty="0">
                    <a:solidFill>
                      <a:schemeClr val="tx1"/>
                    </a:solidFill>
                  </a:rPr>
                  <a:t>In user privilege?</a:t>
                </a:r>
                <a:endParaRPr kumimoji="1" lang="zh-CN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圆角矩形 41">
                <a:extLst>
                  <a:ext uri="{FF2B5EF4-FFF2-40B4-BE49-F238E27FC236}">
                    <a16:creationId xmlns:a16="http://schemas.microsoft.com/office/drawing/2014/main" id="{03C8B8D1-7C11-0EA3-224D-ABD1C7F7B992}"/>
                  </a:ext>
                </a:extLst>
              </p:cNvPr>
              <p:cNvSpPr/>
              <p:nvPr/>
            </p:nvSpPr>
            <p:spPr>
              <a:xfrm>
                <a:off x="2617603" y="3579230"/>
                <a:ext cx="998737" cy="276338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b="1" dirty="0">
                    <a:solidFill>
                      <a:schemeClr val="tx1"/>
                    </a:solidFill>
                  </a:rPr>
                  <a:t>Reject</a:t>
                </a:r>
                <a:endParaRPr kumimoji="1" lang="zh-CN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圆角右箭头 43">
                <a:extLst>
                  <a:ext uri="{FF2B5EF4-FFF2-40B4-BE49-F238E27FC236}">
                    <a16:creationId xmlns:a16="http://schemas.microsoft.com/office/drawing/2014/main" id="{CFC3D0A7-21C5-3FC6-9BD8-138FEBF20EA1}"/>
                  </a:ext>
                </a:extLst>
              </p:cNvPr>
              <p:cNvSpPr/>
              <p:nvPr/>
            </p:nvSpPr>
            <p:spPr>
              <a:xfrm rot="10800000" flipH="1">
                <a:off x="1065097" y="2552347"/>
                <a:ext cx="361095" cy="300411"/>
              </a:xfrm>
              <a:prstGeom prst="bentArrow">
                <a:avLst>
                  <a:gd name="adj1" fmla="val 12487"/>
                  <a:gd name="adj2" fmla="val 23749"/>
                  <a:gd name="adj3" fmla="val 25000"/>
                  <a:gd name="adj4" fmla="val 46253"/>
                </a:avLst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圆角右箭头 44">
                <a:extLst>
                  <a:ext uri="{FF2B5EF4-FFF2-40B4-BE49-F238E27FC236}">
                    <a16:creationId xmlns:a16="http://schemas.microsoft.com/office/drawing/2014/main" id="{26DD1CA3-8B5C-432D-E9C3-7768E22C8D77}"/>
                  </a:ext>
                </a:extLst>
              </p:cNvPr>
              <p:cNvSpPr/>
              <p:nvPr/>
            </p:nvSpPr>
            <p:spPr>
              <a:xfrm rot="10800000" flipH="1">
                <a:off x="1674389" y="3090424"/>
                <a:ext cx="361095" cy="300411"/>
              </a:xfrm>
              <a:prstGeom prst="bentArrow">
                <a:avLst>
                  <a:gd name="adj1" fmla="val 12487"/>
                  <a:gd name="adj2" fmla="val 23749"/>
                  <a:gd name="adj3" fmla="val 25000"/>
                  <a:gd name="adj4" fmla="val 46253"/>
                </a:avLst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5" name="图片 54">
                <a:extLst>
                  <a:ext uri="{FF2B5EF4-FFF2-40B4-BE49-F238E27FC236}">
                    <a16:creationId xmlns:a16="http://schemas.microsoft.com/office/drawing/2014/main" id="{E9FB2D70-E7B4-3B41-960F-F0A6F588C1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80596" y="3172150"/>
                <a:ext cx="316800" cy="315487"/>
              </a:xfrm>
              <a:prstGeom prst="rect">
                <a:avLst/>
              </a:prstGeom>
            </p:spPr>
          </p:pic>
          <p:sp>
            <p:nvSpPr>
              <p:cNvPr id="56" name="圆角右箭头 55">
                <a:extLst>
                  <a:ext uri="{FF2B5EF4-FFF2-40B4-BE49-F238E27FC236}">
                    <a16:creationId xmlns:a16="http://schemas.microsoft.com/office/drawing/2014/main" id="{C3E6A00C-3D8E-AAF8-CD12-5E03714B36BC}"/>
                  </a:ext>
                </a:extLst>
              </p:cNvPr>
              <p:cNvSpPr/>
              <p:nvPr/>
            </p:nvSpPr>
            <p:spPr>
              <a:xfrm rot="10800000" flipH="1">
                <a:off x="2256508" y="3481984"/>
                <a:ext cx="361095" cy="300411"/>
              </a:xfrm>
              <a:prstGeom prst="bentArrow">
                <a:avLst>
                  <a:gd name="adj1" fmla="val 12487"/>
                  <a:gd name="adj2" fmla="val 23749"/>
                  <a:gd name="adj3" fmla="val 25000"/>
                  <a:gd name="adj4" fmla="val 46253"/>
                </a:avLst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62C54E2A-089D-AC32-59F9-F3880E2ECD33}"/>
                </a:ext>
              </a:extLst>
            </p:cNvPr>
            <p:cNvGrpSpPr/>
            <p:nvPr/>
          </p:nvGrpSpPr>
          <p:grpSpPr>
            <a:xfrm>
              <a:off x="7841997" y="4009677"/>
              <a:ext cx="3798577" cy="2205233"/>
              <a:chOff x="1063942" y="4151117"/>
              <a:chExt cx="3798577" cy="2205233"/>
            </a:xfrm>
          </p:grpSpPr>
          <p:sp>
            <p:nvSpPr>
              <p:cNvPr id="60" name="圆角矩形 59">
                <a:extLst>
                  <a:ext uri="{FF2B5EF4-FFF2-40B4-BE49-F238E27FC236}">
                    <a16:creationId xmlns:a16="http://schemas.microsoft.com/office/drawing/2014/main" id="{04339A69-7EDF-A7C2-4B70-E0EA330B5730}"/>
                  </a:ext>
                </a:extLst>
              </p:cNvPr>
              <p:cNvSpPr/>
              <p:nvPr/>
            </p:nvSpPr>
            <p:spPr>
              <a:xfrm>
                <a:off x="1063942" y="4151117"/>
                <a:ext cx="1836041" cy="469922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b="1" dirty="0">
                    <a:solidFill>
                      <a:srgbClr val="7030A0"/>
                    </a:solidFill>
                  </a:rPr>
                  <a:t>update (“</a:t>
                </a:r>
                <a:r>
                  <a:rPr kumimoji="1" lang="en-US" altLang="zh-CN" sz="1200" b="1" dirty="0">
                    <a:solidFill>
                      <a:schemeClr val="tx1"/>
                    </a:solidFill>
                  </a:rPr>
                  <a:t>UPDATE </a:t>
                </a:r>
                <a:r>
                  <a:rPr kumimoji="1" lang="en-US" altLang="zh-CN" sz="1200" b="1" dirty="0" err="1">
                    <a:solidFill>
                      <a:schemeClr val="tx1"/>
                    </a:solidFill>
                  </a:rPr>
                  <a:t>brand_A_sales</a:t>
                </a:r>
                <a:r>
                  <a:rPr kumimoji="1" lang="en-US" altLang="zh-CN" sz="1200" b="1" dirty="0">
                    <a:solidFill>
                      <a:srgbClr val="7030A0"/>
                    </a:solidFill>
                  </a:rPr>
                  <a:t>”)</a:t>
                </a:r>
                <a:endParaRPr kumimoji="1" lang="zh-CN" altLang="en-US" sz="1200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192" name="圆角矩形 191">
                <a:extLst>
                  <a:ext uri="{FF2B5EF4-FFF2-40B4-BE49-F238E27FC236}">
                    <a16:creationId xmlns:a16="http://schemas.microsoft.com/office/drawing/2014/main" id="{7D57FAB8-7EFE-D6B1-1F44-BF179119EDFE}"/>
                  </a:ext>
                </a:extLst>
              </p:cNvPr>
              <p:cNvSpPr/>
              <p:nvPr/>
            </p:nvSpPr>
            <p:spPr>
              <a:xfrm>
                <a:off x="1553217" y="4727273"/>
                <a:ext cx="1836041" cy="471034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b="1" dirty="0">
                    <a:solidFill>
                      <a:srgbClr val="7030A0"/>
                    </a:solidFill>
                  </a:rPr>
                  <a:t>required: UPDATE on </a:t>
                </a:r>
                <a:r>
                  <a:rPr kumimoji="1" lang="en-US" altLang="zh-CN" sz="1200" b="1" dirty="0" err="1">
                    <a:solidFill>
                      <a:schemeClr val="tx1"/>
                    </a:solidFill>
                  </a:rPr>
                  <a:t>brand_A_sales</a:t>
                </a:r>
                <a:endParaRPr kumimoji="1" lang="zh-CN" altLang="en-US" sz="1200" b="1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193" name="圆角矩形 192">
                <a:extLst>
                  <a:ext uri="{FF2B5EF4-FFF2-40B4-BE49-F238E27FC236}">
                    <a16:creationId xmlns:a16="http://schemas.microsoft.com/office/drawing/2014/main" id="{359ECA7D-F775-096B-2248-674F16DA6BDE}"/>
                  </a:ext>
                </a:extLst>
              </p:cNvPr>
              <p:cNvSpPr/>
              <p:nvPr/>
            </p:nvSpPr>
            <p:spPr>
              <a:xfrm>
                <a:off x="2162510" y="5304540"/>
                <a:ext cx="1836041" cy="276338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b="1" dirty="0">
                    <a:solidFill>
                      <a:schemeClr val="tx1"/>
                    </a:solidFill>
                  </a:rPr>
                  <a:t>In user privilege?</a:t>
                </a:r>
                <a:endParaRPr kumimoji="1" lang="zh-CN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4" name="圆角矩形 193">
                <a:extLst>
                  <a:ext uri="{FF2B5EF4-FFF2-40B4-BE49-F238E27FC236}">
                    <a16:creationId xmlns:a16="http://schemas.microsoft.com/office/drawing/2014/main" id="{DE064A82-6395-1605-FF4C-10CF40A82D05}"/>
                  </a:ext>
                </a:extLst>
              </p:cNvPr>
              <p:cNvSpPr/>
              <p:nvPr/>
            </p:nvSpPr>
            <p:spPr>
              <a:xfrm>
                <a:off x="3389258" y="6080012"/>
                <a:ext cx="998737" cy="276338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b="1" dirty="0">
                    <a:solidFill>
                      <a:schemeClr val="tx1"/>
                    </a:solidFill>
                  </a:rPr>
                  <a:t>Reject</a:t>
                </a:r>
                <a:endParaRPr kumimoji="1" lang="zh-CN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5" name="圆角右箭头 194">
                <a:extLst>
                  <a:ext uri="{FF2B5EF4-FFF2-40B4-BE49-F238E27FC236}">
                    <a16:creationId xmlns:a16="http://schemas.microsoft.com/office/drawing/2014/main" id="{CB17E5E8-DEA9-8199-492C-B152A1899232}"/>
                  </a:ext>
                </a:extLst>
              </p:cNvPr>
              <p:cNvSpPr/>
              <p:nvPr/>
            </p:nvSpPr>
            <p:spPr>
              <a:xfrm rot="10800000" flipH="1">
                <a:off x="1192122" y="4660230"/>
                <a:ext cx="361096" cy="300411"/>
              </a:xfrm>
              <a:prstGeom prst="bentArrow">
                <a:avLst>
                  <a:gd name="adj1" fmla="val 12487"/>
                  <a:gd name="adj2" fmla="val 23749"/>
                  <a:gd name="adj3" fmla="val 25000"/>
                  <a:gd name="adj4" fmla="val 46253"/>
                </a:avLst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196" name="圆角右箭头 195">
                <a:extLst>
                  <a:ext uri="{FF2B5EF4-FFF2-40B4-BE49-F238E27FC236}">
                    <a16:creationId xmlns:a16="http://schemas.microsoft.com/office/drawing/2014/main" id="{7CF17D24-A00F-863E-B9EB-AE80DDA2C4E1}"/>
                  </a:ext>
                </a:extLst>
              </p:cNvPr>
              <p:cNvSpPr/>
              <p:nvPr/>
            </p:nvSpPr>
            <p:spPr>
              <a:xfrm rot="10800000" flipH="1">
                <a:off x="1801414" y="5198307"/>
                <a:ext cx="361096" cy="300411"/>
              </a:xfrm>
              <a:prstGeom prst="bentArrow">
                <a:avLst>
                  <a:gd name="adj1" fmla="val 12487"/>
                  <a:gd name="adj2" fmla="val 23749"/>
                  <a:gd name="adj3" fmla="val 25000"/>
                  <a:gd name="adj4" fmla="val 46253"/>
                </a:avLst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197" name="圆角右箭头 196">
                <a:extLst>
                  <a:ext uri="{FF2B5EF4-FFF2-40B4-BE49-F238E27FC236}">
                    <a16:creationId xmlns:a16="http://schemas.microsoft.com/office/drawing/2014/main" id="{9B64674C-8BEC-01BB-44B2-1EC3C1226B03}"/>
                  </a:ext>
                </a:extLst>
              </p:cNvPr>
              <p:cNvSpPr/>
              <p:nvPr/>
            </p:nvSpPr>
            <p:spPr>
              <a:xfrm rot="10800000" flipH="1">
                <a:off x="3028162" y="5982765"/>
                <a:ext cx="361096" cy="300411"/>
              </a:xfrm>
              <a:prstGeom prst="bentArrow">
                <a:avLst>
                  <a:gd name="adj1" fmla="val 12487"/>
                  <a:gd name="adj2" fmla="val 23749"/>
                  <a:gd name="adj3" fmla="val 25000"/>
                  <a:gd name="adj4" fmla="val 46253"/>
                </a:avLst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98" name="图片 197">
                <a:extLst>
                  <a:ext uri="{FF2B5EF4-FFF2-40B4-BE49-F238E27FC236}">
                    <a16:creationId xmlns:a16="http://schemas.microsoft.com/office/drawing/2014/main" id="{5FC910B0-308E-854E-F5C7-E8185622C7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77639" y="5281137"/>
                <a:ext cx="316800" cy="316800"/>
              </a:xfrm>
              <a:prstGeom prst="rect">
                <a:avLst/>
              </a:prstGeom>
            </p:spPr>
          </p:pic>
          <p:sp>
            <p:nvSpPr>
              <p:cNvPr id="199" name="圆角矩形 198">
                <a:extLst>
                  <a:ext uri="{FF2B5EF4-FFF2-40B4-BE49-F238E27FC236}">
                    <a16:creationId xmlns:a16="http://schemas.microsoft.com/office/drawing/2014/main" id="{ABF38982-589B-AB00-922B-0A698FDC8A04}"/>
                  </a:ext>
                </a:extLst>
              </p:cNvPr>
              <p:cNvSpPr/>
              <p:nvPr/>
            </p:nvSpPr>
            <p:spPr>
              <a:xfrm>
                <a:off x="2771802" y="5704919"/>
                <a:ext cx="1836041" cy="276338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200" b="1" dirty="0">
                    <a:solidFill>
                      <a:schemeClr val="tx1"/>
                    </a:solidFill>
                  </a:rPr>
                  <a:t>Under user restriction?</a:t>
                </a:r>
                <a:endParaRPr kumimoji="1" lang="zh-CN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0" name="圆角右箭头 199">
                <a:extLst>
                  <a:ext uri="{FF2B5EF4-FFF2-40B4-BE49-F238E27FC236}">
                    <a16:creationId xmlns:a16="http://schemas.microsoft.com/office/drawing/2014/main" id="{F4E06F06-745B-F67C-22C8-F23335A538CB}"/>
                  </a:ext>
                </a:extLst>
              </p:cNvPr>
              <p:cNvSpPr/>
              <p:nvPr/>
            </p:nvSpPr>
            <p:spPr>
              <a:xfrm rot="10800000" flipH="1">
                <a:off x="2410706" y="5598685"/>
                <a:ext cx="361096" cy="300411"/>
              </a:xfrm>
              <a:prstGeom prst="bentArrow">
                <a:avLst>
                  <a:gd name="adj1" fmla="val 12487"/>
                  <a:gd name="adj2" fmla="val 23749"/>
                  <a:gd name="adj3" fmla="val 25000"/>
                  <a:gd name="adj4" fmla="val 46253"/>
                </a:avLst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4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01" name="图片 200">
                <a:extLst>
                  <a:ext uri="{FF2B5EF4-FFF2-40B4-BE49-F238E27FC236}">
                    <a16:creationId xmlns:a16="http://schemas.microsoft.com/office/drawing/2014/main" id="{85A301A8-416D-CD98-5EE0-9BE7C7E4DBA4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45719" y="5692435"/>
                <a:ext cx="316800" cy="316800"/>
              </a:xfrm>
              <a:prstGeom prst="rect">
                <a:avLst/>
              </a:prstGeom>
            </p:spPr>
          </p:pic>
        </p:grpSp>
        <p:grpSp>
          <p:nvGrpSpPr>
            <p:cNvPr id="202" name="组合 201">
              <a:extLst>
                <a:ext uri="{FF2B5EF4-FFF2-40B4-BE49-F238E27FC236}">
                  <a16:creationId xmlns:a16="http://schemas.microsoft.com/office/drawing/2014/main" id="{612671A3-6E72-D1AC-7255-5B443E3CFC86}"/>
                </a:ext>
              </a:extLst>
            </p:cNvPr>
            <p:cNvGrpSpPr/>
            <p:nvPr/>
          </p:nvGrpSpPr>
          <p:grpSpPr>
            <a:xfrm>
              <a:off x="6523351" y="3481038"/>
              <a:ext cx="1218957" cy="860274"/>
              <a:chOff x="111306" y="5532503"/>
              <a:chExt cx="1836041" cy="1383836"/>
            </a:xfrm>
          </p:grpSpPr>
          <p:sp>
            <p:nvSpPr>
              <p:cNvPr id="203" name="文本框 202">
                <a:extLst>
                  <a:ext uri="{FF2B5EF4-FFF2-40B4-BE49-F238E27FC236}">
                    <a16:creationId xmlns:a16="http://schemas.microsoft.com/office/drawing/2014/main" id="{581F44CF-71C5-433F-2240-28D65E44969F}"/>
                  </a:ext>
                </a:extLst>
              </p:cNvPr>
              <p:cNvSpPr txBox="1"/>
              <p:nvPr/>
            </p:nvSpPr>
            <p:spPr>
              <a:xfrm>
                <a:off x="111306" y="6074688"/>
                <a:ext cx="1836041" cy="8416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  <a:sym typeface="Wingdings" pitchFamily="2" charset="2"/>
                  </a:rPr>
                  <a:t>Manager for Brand A</a:t>
                </a:r>
                <a:endParaRPr lang="zh-CN" altLang="en-US" sz="1400" b="1" dirty="0"/>
              </a:p>
            </p:txBody>
          </p:sp>
          <p:pic>
            <p:nvPicPr>
              <p:cNvPr id="204" name="图片 203">
                <a:extLst>
                  <a:ext uri="{FF2B5EF4-FFF2-40B4-BE49-F238E27FC236}">
                    <a16:creationId xmlns:a16="http://schemas.microsoft.com/office/drawing/2014/main" id="{FAC77DAE-6435-C952-07C5-D37E1D61EC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0151" y="5532503"/>
                <a:ext cx="473028" cy="473028"/>
              </a:xfrm>
              <a:prstGeom prst="rect">
                <a:avLst/>
              </a:prstGeom>
            </p:spPr>
          </p:pic>
        </p:grpSp>
        <p:cxnSp>
          <p:nvCxnSpPr>
            <p:cNvPr id="205" name="肘形连接符 204">
              <a:extLst>
                <a:ext uri="{FF2B5EF4-FFF2-40B4-BE49-F238E27FC236}">
                  <a16:creationId xmlns:a16="http://schemas.microsoft.com/office/drawing/2014/main" id="{10288D3E-09AD-EBD1-21AE-25D3C17EA30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6847065" y="2590925"/>
              <a:ext cx="1068609" cy="497083"/>
            </a:xfrm>
            <a:prstGeom prst="bentConnector3">
              <a:avLst>
                <a:gd name="adj1" fmla="val 100564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肘形连接符 205">
              <a:extLst>
                <a:ext uri="{FF2B5EF4-FFF2-40B4-BE49-F238E27FC236}">
                  <a16:creationId xmlns:a16="http://schemas.microsoft.com/office/drawing/2014/main" id="{A95A78EC-27D8-7125-DF66-BAC1E663DFA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825089" y="4623109"/>
              <a:ext cx="1069200" cy="496800"/>
            </a:xfrm>
            <a:prstGeom prst="bentConnector3">
              <a:avLst>
                <a:gd name="adj1" fmla="val 98924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21821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B9479-14DE-A458-D07D-566D29573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82F3BA-2A34-E4B4-F1BC-196D2F134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097" y="376818"/>
            <a:ext cx="10515600" cy="848908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Execution via Proxy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D6FFCDF-BD9E-CD03-CF73-FA7496B04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0CBA-2EFE-6B43-904B-8F092F4680CE}" type="slidenum">
              <a:rPr kumimoji="1" lang="zh-CN" altLang="en-US" smtClean="0"/>
              <a:t>10</a:t>
            </a:fld>
            <a:endParaRPr kumimoji="1" lang="zh-CN" altLang="en-US"/>
          </a:p>
        </p:txBody>
      </p:sp>
      <p:grpSp>
        <p:nvGrpSpPr>
          <p:cNvPr id="261" name="组合 260">
            <a:extLst>
              <a:ext uri="{FF2B5EF4-FFF2-40B4-BE49-F238E27FC236}">
                <a16:creationId xmlns:a16="http://schemas.microsoft.com/office/drawing/2014/main" id="{6007370D-6321-B9B5-9048-0410BB79BC28}"/>
              </a:ext>
            </a:extLst>
          </p:cNvPr>
          <p:cNvGrpSpPr/>
          <p:nvPr/>
        </p:nvGrpSpPr>
        <p:grpSpPr>
          <a:xfrm>
            <a:off x="1822651" y="2071066"/>
            <a:ext cx="2484175" cy="1654049"/>
            <a:chOff x="2955002" y="1829403"/>
            <a:chExt cx="2484175" cy="1654049"/>
          </a:xfrm>
        </p:grpSpPr>
        <p:pic>
          <p:nvPicPr>
            <p:cNvPr id="262" name="Picture 2" descr="Search Results Icon Search Results Symbol Stock Vector (Royalty Free)  2341999281 | Shutterstock">
              <a:extLst>
                <a:ext uri="{FF2B5EF4-FFF2-40B4-BE49-F238E27FC236}">
                  <a16:creationId xmlns:a16="http://schemas.microsoft.com/office/drawing/2014/main" id="{8D2D472D-77AA-E43A-0E2D-DE61AB81D81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171" t="15943" r="9746" b="34716"/>
            <a:stretch/>
          </p:blipFill>
          <p:spPr bwMode="auto">
            <a:xfrm>
              <a:off x="4234477" y="2638108"/>
              <a:ext cx="341348" cy="2326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3" name="Picture 4" descr="Llm Images – Browse 16,832 Stock Photos, Vectors, and Video | Adobe Stock">
              <a:extLst>
                <a:ext uri="{FF2B5EF4-FFF2-40B4-BE49-F238E27FC236}">
                  <a16:creationId xmlns:a16="http://schemas.microsoft.com/office/drawing/2014/main" id="{32BE9653-B5C7-9F7A-AE7C-DCCF3AB6B7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28820" y="1829403"/>
              <a:ext cx="724679" cy="57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4" name="图形 263">
              <a:extLst>
                <a:ext uri="{FF2B5EF4-FFF2-40B4-BE49-F238E27FC236}">
                  <a16:creationId xmlns:a16="http://schemas.microsoft.com/office/drawing/2014/main" id="{29CE8F65-99B1-C2AF-9BBD-0434469C9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863177" y="2870814"/>
              <a:ext cx="576000" cy="576000"/>
            </a:xfrm>
            <a:prstGeom prst="rect">
              <a:avLst/>
            </a:prstGeom>
          </p:spPr>
        </p:pic>
        <p:pic>
          <p:nvPicPr>
            <p:cNvPr id="265" name="图形 264">
              <a:extLst>
                <a:ext uri="{FF2B5EF4-FFF2-40B4-BE49-F238E27FC236}">
                  <a16:creationId xmlns:a16="http://schemas.microsoft.com/office/drawing/2014/main" id="{51FE06F2-FB39-1F60-95D1-90AC62281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955002" y="2907452"/>
              <a:ext cx="560171" cy="576000"/>
            </a:xfrm>
            <a:prstGeom prst="rect">
              <a:avLst/>
            </a:prstGeom>
          </p:spPr>
        </p:pic>
        <p:cxnSp>
          <p:nvCxnSpPr>
            <p:cNvPr id="266" name="直线箭头连接符 265">
              <a:extLst>
                <a:ext uri="{FF2B5EF4-FFF2-40B4-BE49-F238E27FC236}">
                  <a16:creationId xmlns:a16="http://schemas.microsoft.com/office/drawing/2014/main" id="{C0952267-59CE-6697-59CE-00F15E688A88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235087" y="2405403"/>
              <a:ext cx="483029" cy="46541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直线箭头连接符 266">
              <a:extLst>
                <a:ext uri="{FF2B5EF4-FFF2-40B4-BE49-F238E27FC236}">
                  <a16:creationId xmlns:a16="http://schemas.microsoft.com/office/drawing/2014/main" id="{0B2CBE5A-54E7-6B2E-B433-2EA7B4A549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3384" y="2405403"/>
              <a:ext cx="483029" cy="46541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线箭头连接符 267">
              <a:extLst>
                <a:ext uri="{FF2B5EF4-FFF2-40B4-BE49-F238E27FC236}">
                  <a16:creationId xmlns:a16="http://schemas.microsoft.com/office/drawing/2014/main" id="{10013A17-1C0A-CF60-3ED7-D238B527DB7C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4330414" y="2405403"/>
              <a:ext cx="483029" cy="46541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线箭头连接符 268">
              <a:extLst>
                <a:ext uri="{FF2B5EF4-FFF2-40B4-BE49-F238E27FC236}">
                  <a16:creationId xmlns:a16="http://schemas.microsoft.com/office/drawing/2014/main" id="{C680A215-0891-96FF-1C83-95818495B3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08711" y="2405403"/>
              <a:ext cx="483029" cy="46541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70" name="Picture 2" descr="Search Results Icon Search Results Symbol Stock Vector (Royalty Free)  2341999281 | Shutterstock">
              <a:extLst>
                <a:ext uri="{FF2B5EF4-FFF2-40B4-BE49-F238E27FC236}">
                  <a16:creationId xmlns:a16="http://schemas.microsoft.com/office/drawing/2014/main" id="{8FF58646-BE0F-EF8A-2BE7-F02823D1451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171" t="15943" r="9746" b="34716"/>
            <a:stretch/>
          </p:blipFill>
          <p:spPr bwMode="auto">
            <a:xfrm>
              <a:off x="3688853" y="2656458"/>
              <a:ext cx="341348" cy="2326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2" name="圆角矩形 271">
            <a:extLst>
              <a:ext uri="{FF2B5EF4-FFF2-40B4-BE49-F238E27FC236}">
                <a16:creationId xmlns:a16="http://schemas.microsoft.com/office/drawing/2014/main" id="{2EB7C33D-6C65-61D1-037A-F2846A5E6348}"/>
              </a:ext>
            </a:extLst>
          </p:cNvPr>
          <p:cNvSpPr/>
          <p:nvPr/>
        </p:nvSpPr>
        <p:spPr>
          <a:xfrm>
            <a:off x="1189456" y="4935651"/>
            <a:ext cx="3653914" cy="1057149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3" name="Picture 4" descr="Llm Images – Browse 16,832 Stock Photos, Vectors, and Video | Adobe Stock">
            <a:extLst>
              <a:ext uri="{FF2B5EF4-FFF2-40B4-BE49-F238E27FC236}">
                <a16:creationId xmlns:a16="http://schemas.microsoft.com/office/drawing/2014/main" id="{1EB2731D-9D86-6426-C964-51B4201B9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090" y="4022153"/>
            <a:ext cx="724679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图形 273">
            <a:extLst>
              <a:ext uri="{FF2B5EF4-FFF2-40B4-BE49-F238E27FC236}">
                <a16:creationId xmlns:a16="http://schemas.microsoft.com/office/drawing/2014/main" id="{91A432BC-8176-4239-FC3A-91A606D592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77447" y="5263185"/>
            <a:ext cx="576000" cy="576000"/>
          </a:xfrm>
          <a:prstGeom prst="rect">
            <a:avLst/>
          </a:prstGeom>
        </p:spPr>
      </p:pic>
      <p:pic>
        <p:nvPicPr>
          <p:cNvPr id="275" name="图形 274">
            <a:extLst>
              <a:ext uri="{FF2B5EF4-FFF2-40B4-BE49-F238E27FC236}">
                <a16:creationId xmlns:a16="http://schemas.microsoft.com/office/drawing/2014/main" id="{85C2A34D-106C-6007-282D-55D807AE6B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88589" y="5299823"/>
            <a:ext cx="560171" cy="576000"/>
          </a:xfrm>
          <a:prstGeom prst="rect">
            <a:avLst/>
          </a:prstGeom>
        </p:spPr>
      </p:pic>
      <p:cxnSp>
        <p:nvCxnSpPr>
          <p:cNvPr id="276" name="直线箭头连接符 275">
            <a:extLst>
              <a:ext uri="{FF2B5EF4-FFF2-40B4-BE49-F238E27FC236}">
                <a16:creationId xmlns:a16="http://schemas.microsoft.com/office/drawing/2014/main" id="{0876B4AF-C6BE-E470-1CF3-4468FC02DF0B}"/>
              </a:ext>
            </a:extLst>
          </p:cNvPr>
          <p:cNvCxnSpPr>
            <a:cxnSpLocks/>
          </p:cNvCxnSpPr>
          <p:nvPr/>
        </p:nvCxnSpPr>
        <p:spPr>
          <a:xfrm>
            <a:off x="2958636" y="4598153"/>
            <a:ext cx="0" cy="3374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线箭头连接符 276">
            <a:extLst>
              <a:ext uri="{FF2B5EF4-FFF2-40B4-BE49-F238E27FC236}">
                <a16:creationId xmlns:a16="http://schemas.microsoft.com/office/drawing/2014/main" id="{E7BF4E47-B1C5-0E42-707D-D1806F5FF5CC}"/>
              </a:ext>
            </a:extLst>
          </p:cNvPr>
          <p:cNvCxnSpPr>
            <a:cxnSpLocks/>
          </p:cNvCxnSpPr>
          <p:nvPr/>
        </p:nvCxnSpPr>
        <p:spPr>
          <a:xfrm flipV="1">
            <a:off x="2390871" y="5563424"/>
            <a:ext cx="1336842" cy="11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直线箭头连接符 277">
            <a:extLst>
              <a:ext uri="{FF2B5EF4-FFF2-40B4-BE49-F238E27FC236}">
                <a16:creationId xmlns:a16="http://schemas.microsoft.com/office/drawing/2014/main" id="{DEEC78DE-A3B0-0B42-DAC8-D2007438EDE7}"/>
              </a:ext>
            </a:extLst>
          </p:cNvPr>
          <p:cNvCxnSpPr>
            <a:cxnSpLocks/>
          </p:cNvCxnSpPr>
          <p:nvPr/>
        </p:nvCxnSpPr>
        <p:spPr>
          <a:xfrm flipV="1">
            <a:off x="3054440" y="4598153"/>
            <a:ext cx="0" cy="3374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9" name="Picture 2" descr="Search Results Icon Search Results Symbol Stock Vector (Royalty Free)  2341999281 | Shutterstock">
            <a:extLst>
              <a:ext uri="{FF2B5EF4-FFF2-40B4-BE49-F238E27FC236}">
                <a16:creationId xmlns:a16="http://schemas.microsoft.com/office/drawing/2014/main" id="{0BD607A9-BD14-F15F-0CB8-6AE3B4B416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1" t="15943" r="9746" b="34716"/>
          <a:stretch/>
        </p:blipFill>
        <p:spPr bwMode="auto">
          <a:xfrm>
            <a:off x="2874928" y="5296967"/>
            <a:ext cx="341348" cy="232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1" name="文本框 280">
            <a:extLst>
              <a:ext uri="{FF2B5EF4-FFF2-40B4-BE49-F238E27FC236}">
                <a16:creationId xmlns:a16="http://schemas.microsoft.com/office/drawing/2014/main" id="{6A982F71-471E-A117-31A5-6691A3039143}"/>
              </a:ext>
            </a:extLst>
          </p:cNvPr>
          <p:cNvSpPr txBox="1"/>
          <p:nvPr/>
        </p:nvSpPr>
        <p:spPr>
          <a:xfrm>
            <a:off x="2390871" y="6111850"/>
            <a:ext cx="2251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proxy tool</a:t>
            </a:r>
            <a:endParaRPr kumimoji="1" lang="zh-CN" altLang="en-US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2" name="直线连接符 281">
            <a:extLst>
              <a:ext uri="{FF2B5EF4-FFF2-40B4-BE49-F238E27FC236}">
                <a16:creationId xmlns:a16="http://schemas.microsoft.com/office/drawing/2014/main" id="{C7F3D2DB-BC50-1C71-51FF-4B0C6D99F746}"/>
              </a:ext>
            </a:extLst>
          </p:cNvPr>
          <p:cNvCxnSpPr>
            <a:cxnSpLocks/>
          </p:cNvCxnSpPr>
          <p:nvPr/>
        </p:nvCxnSpPr>
        <p:spPr>
          <a:xfrm>
            <a:off x="1474843" y="3909732"/>
            <a:ext cx="3141517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右箭头 282">
            <a:extLst>
              <a:ext uri="{FF2B5EF4-FFF2-40B4-BE49-F238E27FC236}">
                <a16:creationId xmlns:a16="http://schemas.microsoft.com/office/drawing/2014/main" id="{4DDB0E93-33C4-50B7-C0EF-04CCED59E638}"/>
              </a:ext>
            </a:extLst>
          </p:cNvPr>
          <p:cNvSpPr/>
          <p:nvPr/>
        </p:nvSpPr>
        <p:spPr>
          <a:xfrm rot="5400000">
            <a:off x="2829861" y="3767820"/>
            <a:ext cx="385649" cy="174109"/>
          </a:xfrm>
          <a:prstGeom prst="rightArrow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4" name="文本框 283">
            <a:extLst>
              <a:ext uri="{FF2B5EF4-FFF2-40B4-BE49-F238E27FC236}">
                <a16:creationId xmlns:a16="http://schemas.microsoft.com/office/drawing/2014/main" id="{15BF861C-FC6F-A3E6-CFA1-2F3A0D09F1F1}"/>
              </a:ext>
            </a:extLst>
          </p:cNvPr>
          <p:cNvSpPr txBox="1"/>
          <p:nvPr/>
        </p:nvSpPr>
        <p:spPr>
          <a:xfrm>
            <a:off x="3109740" y="4528523"/>
            <a:ext cx="1288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5" name="文本框 284">
            <a:extLst>
              <a:ext uri="{FF2B5EF4-FFF2-40B4-BE49-F238E27FC236}">
                <a16:creationId xmlns:a16="http://schemas.microsoft.com/office/drawing/2014/main" id="{82D4C8B3-7664-1181-CE0C-B1E9BD3E1646}"/>
              </a:ext>
            </a:extLst>
          </p:cNvPr>
          <p:cNvSpPr txBox="1"/>
          <p:nvPr/>
        </p:nvSpPr>
        <p:spPr>
          <a:xfrm>
            <a:off x="3582125" y="2544576"/>
            <a:ext cx="1288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6" name="直线箭头连接符 285">
            <a:extLst>
              <a:ext uri="{FF2B5EF4-FFF2-40B4-BE49-F238E27FC236}">
                <a16:creationId xmlns:a16="http://schemas.microsoft.com/office/drawing/2014/main" id="{EA0F57B4-5A14-1FC6-0852-80A0E3040A32}"/>
              </a:ext>
            </a:extLst>
          </p:cNvPr>
          <p:cNvCxnSpPr>
            <a:cxnSpLocks/>
          </p:cNvCxnSpPr>
          <p:nvPr/>
        </p:nvCxnSpPr>
        <p:spPr>
          <a:xfrm>
            <a:off x="2129554" y="5002978"/>
            <a:ext cx="0" cy="3374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文本框 286">
            <a:extLst>
              <a:ext uri="{FF2B5EF4-FFF2-40B4-BE49-F238E27FC236}">
                <a16:creationId xmlns:a16="http://schemas.microsoft.com/office/drawing/2014/main" id="{A648FADB-9CF7-986F-9897-808C5595CE15}"/>
              </a:ext>
            </a:extLst>
          </p:cNvPr>
          <p:cNvSpPr txBox="1"/>
          <p:nvPr/>
        </p:nvSpPr>
        <p:spPr>
          <a:xfrm>
            <a:off x="1414876" y="2544576"/>
            <a:ext cx="936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select()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8" name="文本框 287">
            <a:extLst>
              <a:ext uri="{FF2B5EF4-FFF2-40B4-BE49-F238E27FC236}">
                <a16:creationId xmlns:a16="http://schemas.microsoft.com/office/drawing/2014/main" id="{02B985AA-8234-F6DB-D7F9-93A9BD08E714}"/>
              </a:ext>
            </a:extLst>
          </p:cNvPr>
          <p:cNvSpPr txBox="1"/>
          <p:nvPr/>
        </p:nvSpPr>
        <p:spPr>
          <a:xfrm>
            <a:off x="1189456" y="5011055"/>
            <a:ext cx="936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select()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9" name="直线箭头连接符 288">
            <a:extLst>
              <a:ext uri="{FF2B5EF4-FFF2-40B4-BE49-F238E27FC236}">
                <a16:creationId xmlns:a16="http://schemas.microsoft.com/office/drawing/2014/main" id="{F77137A3-5115-6C50-CF1D-AD7A4173A58D}"/>
              </a:ext>
            </a:extLst>
          </p:cNvPr>
          <p:cNvCxnSpPr>
            <a:cxnSpLocks/>
          </p:cNvCxnSpPr>
          <p:nvPr/>
        </p:nvCxnSpPr>
        <p:spPr>
          <a:xfrm flipV="1">
            <a:off x="4057735" y="4959469"/>
            <a:ext cx="0" cy="3374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文本框 289">
            <a:extLst>
              <a:ext uri="{FF2B5EF4-FFF2-40B4-BE49-F238E27FC236}">
                <a16:creationId xmlns:a16="http://schemas.microsoft.com/office/drawing/2014/main" id="{8B0504CF-914E-C099-BCE2-30F34A6D6A54}"/>
              </a:ext>
            </a:extLst>
          </p:cNvPr>
          <p:cNvSpPr txBox="1"/>
          <p:nvPr/>
        </p:nvSpPr>
        <p:spPr>
          <a:xfrm>
            <a:off x="4093005" y="4980726"/>
            <a:ext cx="1288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8A415A0-4809-C800-8FBB-D241C96B8EE6}"/>
              </a:ext>
            </a:extLst>
          </p:cNvPr>
          <p:cNvSpPr txBox="1"/>
          <p:nvPr/>
        </p:nvSpPr>
        <p:spPr>
          <a:xfrm>
            <a:off x="639817" y="1419213"/>
            <a:ext cx="10912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Organize data flows instead of LLMs</a:t>
            </a:r>
          </a:p>
        </p:txBody>
      </p:sp>
      <p:graphicFrame>
        <p:nvGraphicFramePr>
          <p:cNvPr id="308" name="表格 307">
            <a:extLst>
              <a:ext uri="{FF2B5EF4-FFF2-40B4-BE49-F238E27FC236}">
                <a16:creationId xmlns:a16="http://schemas.microsoft.com/office/drawing/2014/main" id="{23C15D24-35A0-4F7D-1E47-2887596901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463999"/>
              </p:ext>
            </p:extLst>
          </p:nvPr>
        </p:nvGraphicFramePr>
        <p:xfrm>
          <a:off x="5516119" y="4625380"/>
          <a:ext cx="3381075" cy="13268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8867">
                  <a:extLst>
                    <a:ext uri="{9D8B030D-6E8A-4147-A177-3AD203B41FA5}">
                      <a16:colId xmlns:a16="http://schemas.microsoft.com/office/drawing/2014/main" val="988253636"/>
                    </a:ext>
                  </a:extLst>
                </a:gridCol>
                <a:gridCol w="720437">
                  <a:extLst>
                    <a:ext uri="{9D8B030D-6E8A-4147-A177-3AD203B41FA5}">
                      <a16:colId xmlns:a16="http://schemas.microsoft.com/office/drawing/2014/main" val="2156333624"/>
                    </a:ext>
                  </a:extLst>
                </a:gridCol>
                <a:gridCol w="665018">
                  <a:extLst>
                    <a:ext uri="{9D8B030D-6E8A-4147-A177-3AD203B41FA5}">
                      <a16:colId xmlns:a16="http://schemas.microsoft.com/office/drawing/2014/main" val="296657659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29613782"/>
                    </a:ext>
                  </a:extLst>
                </a:gridCol>
                <a:gridCol w="727153">
                  <a:extLst>
                    <a:ext uri="{9D8B030D-6E8A-4147-A177-3AD203B41FA5}">
                      <a16:colId xmlns:a16="http://schemas.microsoft.com/office/drawing/2014/main" val="2810997312"/>
                    </a:ext>
                  </a:extLst>
                </a:gridCol>
              </a:tblGrid>
              <a:tr h="4092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date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product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Prices/ weight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weight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supplier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542999"/>
                  </a:ext>
                </a:extLst>
              </a:tr>
              <a:tr h="2898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06-01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apple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3.14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04298"/>
                  </a:ext>
                </a:extLst>
              </a:tr>
              <a:tr h="2898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06-01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pear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2.79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736364"/>
                  </a:ext>
                </a:extLst>
              </a:tr>
              <a:tr h="2898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06-02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grape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7.02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28582"/>
                  </a:ext>
                </a:extLst>
              </a:tr>
            </a:tbl>
          </a:graphicData>
        </a:graphic>
      </p:graphicFrame>
      <p:sp>
        <p:nvSpPr>
          <p:cNvPr id="312" name="文本框 311">
            <a:extLst>
              <a:ext uri="{FF2B5EF4-FFF2-40B4-BE49-F238E27FC236}">
                <a16:creationId xmlns:a16="http://schemas.microsoft.com/office/drawing/2014/main" id="{DBFF8771-61D8-B98A-6A94-6B31A597BCF5}"/>
              </a:ext>
            </a:extLst>
          </p:cNvPr>
          <p:cNvSpPr txBox="1"/>
          <p:nvPr/>
        </p:nvSpPr>
        <p:spPr>
          <a:xfrm>
            <a:off x="3405710" y="3571226"/>
            <a:ext cx="1950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trend_detect</a:t>
            </a:r>
            <a:r>
              <a:rPr kumimoji="1"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kumimoji="1"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3" name="文本框 312">
            <a:extLst>
              <a:ext uri="{FF2B5EF4-FFF2-40B4-BE49-F238E27FC236}">
                <a16:creationId xmlns:a16="http://schemas.microsoft.com/office/drawing/2014/main" id="{321C3D62-1A9B-86CF-4AAB-784C92BAD89E}"/>
              </a:ext>
            </a:extLst>
          </p:cNvPr>
          <p:cNvSpPr txBox="1"/>
          <p:nvPr/>
        </p:nvSpPr>
        <p:spPr>
          <a:xfrm>
            <a:off x="3405710" y="5724462"/>
            <a:ext cx="1950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trend_detect</a:t>
            </a:r>
            <a:r>
              <a:rPr kumimoji="1"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kumimoji="1"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0" name="组合 309">
            <a:extLst>
              <a:ext uri="{FF2B5EF4-FFF2-40B4-BE49-F238E27FC236}">
                <a16:creationId xmlns:a16="http://schemas.microsoft.com/office/drawing/2014/main" id="{0160644E-4FE9-1956-92F9-F3773784CCBC}"/>
              </a:ext>
            </a:extLst>
          </p:cNvPr>
          <p:cNvGrpSpPr/>
          <p:nvPr/>
        </p:nvGrpSpPr>
        <p:grpSpPr>
          <a:xfrm>
            <a:off x="7657187" y="1749035"/>
            <a:ext cx="2743200" cy="1179437"/>
            <a:chOff x="6444483" y="5851021"/>
            <a:chExt cx="2743200" cy="1179437"/>
          </a:xfrm>
        </p:grpSpPr>
        <p:sp>
          <p:nvSpPr>
            <p:cNvPr id="46" name="圆角矩形 45">
              <a:extLst>
                <a:ext uri="{FF2B5EF4-FFF2-40B4-BE49-F238E27FC236}">
                  <a16:creationId xmlns:a16="http://schemas.microsoft.com/office/drawing/2014/main" id="{3089F630-6DE1-28F6-2A0B-6AF8DEDCCA9B}"/>
                </a:ext>
              </a:extLst>
            </p:cNvPr>
            <p:cNvSpPr/>
            <p:nvPr/>
          </p:nvSpPr>
          <p:spPr>
            <a:xfrm>
              <a:off x="6469884" y="5851021"/>
              <a:ext cx="2260742" cy="1169551"/>
            </a:xfrm>
            <a:prstGeom prst="roundRect">
              <a:avLst>
                <a:gd name="adj" fmla="val 428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BD48AFA3-5C4E-C7CB-0A22-71ECD3ED1DFE}"/>
                </a:ext>
              </a:extLst>
            </p:cNvPr>
            <p:cNvSpPr txBox="1"/>
            <p:nvPr/>
          </p:nvSpPr>
          <p:spPr>
            <a:xfrm>
              <a:off x="6444483" y="5860907"/>
              <a:ext cx="2743200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lambda</a:t>
              </a:r>
              <a:r>
                <a:rPr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 data:</a:t>
              </a:r>
              <a:endParaRPr lang="en-US" altLang="zh-CN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     </a:t>
              </a:r>
              <a:r>
                <a:rPr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[</a:t>
              </a:r>
              <a:r>
                <a:rPr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[row[</a:t>
              </a:r>
              <a:r>
                <a:rPr lang="en-US" altLang="zh-CN" sz="1400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] </a:t>
              </a:r>
              <a:r>
                <a:rPr lang="zh-CN" altLang="en-US" sz="1400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for </a:t>
              </a:r>
              <a:r>
                <a:rPr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row </a:t>
              </a:r>
              <a:r>
                <a:rPr lang="zh-CN" altLang="en-US" sz="1400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</a:t>
              </a:r>
              <a:r>
                <a:rPr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 data]</a:t>
              </a:r>
              <a:r>
                <a:rPr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,</a:t>
              </a:r>
            </a:p>
            <a:p>
              <a:r>
                <a:rPr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       [row[</a:t>
              </a:r>
              <a:r>
                <a:rPr lang="en-US" altLang="zh-CN" sz="1400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] </a:t>
              </a:r>
              <a:r>
                <a:rPr lang="en-US" altLang="zh-CN" sz="1400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for</a:t>
              </a:r>
              <a:r>
                <a:rPr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 row</a:t>
              </a:r>
              <a:r>
                <a:rPr lang="en-US" altLang="zh-CN" sz="1400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in </a:t>
              </a:r>
              <a:r>
                <a:rPr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data]]],</a:t>
              </a:r>
            </a:p>
            <a:p>
              <a:r>
                <a:rPr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       [</a:t>
              </a:r>
              <a:r>
                <a:rPr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row[</a:t>
              </a:r>
              <a:r>
                <a:rPr lang="en-US" altLang="zh-CN" sz="1400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r>
                <a:rPr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] </a:t>
              </a:r>
              <a:r>
                <a:rPr lang="zh-CN" altLang="en-US" sz="1400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for </a:t>
              </a:r>
              <a:r>
                <a:rPr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row </a:t>
              </a:r>
              <a:r>
                <a:rPr lang="zh-CN" altLang="en-US" sz="1400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</a:t>
              </a:r>
              <a:r>
                <a:rPr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 data]</a:t>
              </a:r>
              <a:r>
                <a:rPr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,</a:t>
              </a:r>
            </a:p>
            <a:p>
              <a:r>
                <a:rPr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       [row[</a:t>
              </a:r>
              <a:r>
                <a:rPr lang="en-US" altLang="zh-CN" sz="1400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  <a:r>
                <a:rPr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] </a:t>
              </a:r>
              <a:r>
                <a:rPr lang="en-US" altLang="zh-CN" sz="1400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for</a:t>
              </a:r>
              <a:r>
                <a:rPr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 row </a:t>
              </a:r>
              <a:r>
                <a:rPr lang="en-US" altLang="zh-CN" sz="1400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</a:t>
              </a:r>
              <a:r>
                <a:rPr lang="en-US" altLang="zh-C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 data]]</a:t>
              </a: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BA39E900-6BCD-9830-853A-9BC8558F2F1F}"/>
              </a:ext>
            </a:extLst>
          </p:cNvPr>
          <p:cNvSpPr txBox="1"/>
          <p:nvPr/>
        </p:nvSpPr>
        <p:spPr>
          <a:xfrm>
            <a:off x="8120202" y="2892815"/>
            <a:ext cx="13855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i="1" dirty="0">
                <a:solidFill>
                  <a:srgbClr val="7030A0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  <a:sym typeface="Wingdings" pitchFamily="2" charset="2"/>
              </a:rPr>
              <a:t>transform</a:t>
            </a:r>
            <a:endParaRPr lang="zh-CN" altLang="en-US" i="1" dirty="0">
              <a:solidFill>
                <a:srgbClr val="7030A0"/>
              </a:solidFill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36ADC60-4CA7-4EFB-29AB-33D65CB31470}"/>
              </a:ext>
            </a:extLst>
          </p:cNvPr>
          <p:cNvGrpSpPr/>
          <p:nvPr/>
        </p:nvGrpSpPr>
        <p:grpSpPr>
          <a:xfrm>
            <a:off x="6501550" y="3127123"/>
            <a:ext cx="5340314" cy="2841616"/>
            <a:chOff x="6501550" y="3127123"/>
            <a:chExt cx="5340314" cy="2841616"/>
          </a:xfrm>
        </p:grpSpPr>
        <p:grpSp>
          <p:nvGrpSpPr>
            <p:cNvPr id="326" name="组合 325">
              <a:extLst>
                <a:ext uri="{FF2B5EF4-FFF2-40B4-BE49-F238E27FC236}">
                  <a16:creationId xmlns:a16="http://schemas.microsoft.com/office/drawing/2014/main" id="{2ABC2038-55B8-D064-7B95-6CAB6A49D6F5}"/>
                </a:ext>
              </a:extLst>
            </p:cNvPr>
            <p:cNvGrpSpPr/>
            <p:nvPr/>
          </p:nvGrpSpPr>
          <p:grpSpPr>
            <a:xfrm>
              <a:off x="9493479" y="4620447"/>
              <a:ext cx="2348385" cy="1348292"/>
              <a:chOff x="9005415" y="509295"/>
              <a:chExt cx="2348385" cy="1348292"/>
            </a:xfrm>
          </p:grpSpPr>
          <p:sp>
            <p:nvSpPr>
              <p:cNvPr id="327" name="圆角矩形 326">
                <a:extLst>
                  <a:ext uri="{FF2B5EF4-FFF2-40B4-BE49-F238E27FC236}">
                    <a16:creationId xmlns:a16="http://schemas.microsoft.com/office/drawing/2014/main" id="{2F822796-FEAC-C1E4-C6D4-A78759963CC8}"/>
                  </a:ext>
                </a:extLst>
              </p:cNvPr>
              <p:cNvSpPr/>
              <p:nvPr/>
            </p:nvSpPr>
            <p:spPr>
              <a:xfrm>
                <a:off x="9005415" y="509295"/>
                <a:ext cx="2036658" cy="1348292"/>
              </a:xfrm>
              <a:prstGeom prst="roundRect">
                <a:avLst>
                  <a:gd name="adj" fmla="val 6091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8" name="文本框 327">
                <a:extLst>
                  <a:ext uri="{FF2B5EF4-FFF2-40B4-BE49-F238E27FC236}">
                    <a16:creationId xmlns:a16="http://schemas.microsoft.com/office/drawing/2014/main" id="{FC885FF0-9DA9-2BDE-8FC0-E199252970A0}"/>
                  </a:ext>
                </a:extLst>
              </p:cNvPr>
              <p:cNvSpPr txBox="1"/>
              <p:nvPr/>
            </p:nvSpPr>
            <p:spPr>
              <a:xfrm>
                <a:off x="9060795" y="606278"/>
                <a:ext cx="2293005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400" b="1" dirty="0">
                    <a:solidFill>
                      <a:schemeClr val="accent5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def </a:t>
                </a:r>
                <a:r>
                  <a:rPr kumimoji="1" lang="en-US" altLang="zh-CN" sz="1400" b="1" dirty="0" err="1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trend_detect</a:t>
                </a:r>
                <a:r>
                  <a:rPr kumimoji="1" lang="en-US" altLang="zh-CN" sz="1400" b="1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1" lang="en-US" altLang="zh-C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</a:p>
              <a:p>
                <a:r>
                  <a:rPr kumimoji="1" lang="en-US" altLang="zh-C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date, </a:t>
                </a:r>
              </a:p>
              <a:p>
                <a:r>
                  <a:rPr kumimoji="1" lang="en-US" altLang="zh-C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product,  </a:t>
                </a:r>
              </a:p>
              <a:p>
                <a:r>
                  <a:rPr kumimoji="1" lang="en-US" altLang="zh-C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</a:t>
                </a:r>
                <a:r>
                  <a:rPr kumimoji="1" lang="en-US" altLang="zh-CN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price_per_weight</a:t>
                </a:r>
                <a:r>
                  <a:rPr kumimoji="1" lang="en-US" altLang="zh-C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</a:p>
              <a:p>
                <a:r>
                  <a:rPr kumimoji="1" lang="en-US" altLang="zh-C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weight)</a:t>
                </a:r>
                <a:endParaRPr kumimoji="1" lang="zh-CN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80BCC94-E4DC-9C69-FF71-6EE61D9DD84C}"/>
                </a:ext>
              </a:extLst>
            </p:cNvPr>
            <p:cNvSpPr txBox="1"/>
            <p:nvPr/>
          </p:nvSpPr>
          <p:spPr>
            <a:xfrm>
              <a:off x="6501550" y="3130069"/>
              <a:ext cx="46895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zh-CN" sz="2000" dirty="0">
                  <a:latin typeface="Calibri" panose="020F0502020204030204" pitchFamily="34" charset="0"/>
                  <a:ea typeface="Microsoft YaHei" panose="020B0503020204020204" pitchFamily="34" charset="-122"/>
                  <a:cs typeface="Calibri" panose="020F0502020204030204" pitchFamily="34" charset="0"/>
                  <a:sym typeface="Wingdings" pitchFamily="2" charset="2"/>
                </a:rPr>
                <a:t>producer(s)</a:t>
              </a:r>
            </a:p>
          </p:txBody>
        </p:sp>
        <p:pic>
          <p:nvPicPr>
            <p:cNvPr id="11" name="图形 10">
              <a:extLst>
                <a:ext uri="{FF2B5EF4-FFF2-40B4-BE49-F238E27FC236}">
                  <a16:creationId xmlns:a16="http://schemas.microsoft.com/office/drawing/2014/main" id="{9D96BF2E-5E87-EAFD-491B-58B297C76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868033" y="3905575"/>
              <a:ext cx="560171" cy="576000"/>
            </a:xfrm>
            <a:prstGeom prst="rect">
              <a:avLst/>
            </a:prstGeom>
          </p:spPr>
        </p:pic>
        <p:pic>
          <p:nvPicPr>
            <p:cNvPr id="43" name="图形 42">
              <a:extLst>
                <a:ext uri="{FF2B5EF4-FFF2-40B4-BE49-F238E27FC236}">
                  <a16:creationId xmlns:a16="http://schemas.microsoft.com/office/drawing/2014/main" id="{FF93E906-3294-652C-86C9-E2AB17B22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937112" y="3905575"/>
              <a:ext cx="576000" cy="576000"/>
            </a:xfrm>
            <a:prstGeom prst="rect">
              <a:avLst/>
            </a:prstGeom>
          </p:spPr>
        </p:pic>
        <p:cxnSp>
          <p:nvCxnSpPr>
            <p:cNvPr id="301" name="直线箭头连接符 300">
              <a:extLst>
                <a:ext uri="{FF2B5EF4-FFF2-40B4-BE49-F238E27FC236}">
                  <a16:creationId xmlns:a16="http://schemas.microsoft.com/office/drawing/2014/main" id="{7D1CF94C-7673-7330-7A4F-8DFEDBBA37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9579" y="3500998"/>
              <a:ext cx="117078" cy="3693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直线箭头连接符 304">
              <a:extLst>
                <a:ext uri="{FF2B5EF4-FFF2-40B4-BE49-F238E27FC236}">
                  <a16:creationId xmlns:a16="http://schemas.microsoft.com/office/drawing/2014/main" id="{551F2368-7CB2-57BD-A761-44464FCF11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13053" y="3478107"/>
              <a:ext cx="204893" cy="3117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D73F305-1723-7CEF-C220-2CFCB0A50B91}"/>
                </a:ext>
              </a:extLst>
            </p:cNvPr>
            <p:cNvSpPr txBox="1"/>
            <p:nvPr/>
          </p:nvSpPr>
          <p:spPr>
            <a:xfrm>
              <a:off x="9551111" y="3127123"/>
              <a:ext cx="125201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sz="2000" dirty="0">
                  <a:latin typeface="Calibri" panose="020F0502020204030204" pitchFamily="34" charset="0"/>
                  <a:ea typeface="Microsoft YaHei" panose="020B0503020204020204" pitchFamily="34" charset="-122"/>
                  <a:cs typeface="Calibri" panose="020F0502020204030204" pitchFamily="34" charset="0"/>
                  <a:sym typeface="Wingdings" pitchFamily="2" charset="2"/>
                </a:rPr>
                <a:t>consumer </a:t>
              </a:r>
              <a:endParaRPr lang="zh-CN" altLang="en-US" sz="2000" dirty="0"/>
            </a:p>
          </p:txBody>
        </p:sp>
        <p:cxnSp>
          <p:nvCxnSpPr>
            <p:cNvPr id="14" name="直线箭头连接符 13">
              <a:extLst>
                <a:ext uri="{FF2B5EF4-FFF2-40B4-BE49-F238E27FC236}">
                  <a16:creationId xmlns:a16="http://schemas.microsoft.com/office/drawing/2014/main" id="{D7A2C0CE-2114-BC71-29DD-5EAC5FA843E3}"/>
                </a:ext>
              </a:extLst>
            </p:cNvPr>
            <p:cNvCxnSpPr/>
            <p:nvPr/>
          </p:nvCxnSpPr>
          <p:spPr>
            <a:xfrm>
              <a:off x="7902302" y="3327178"/>
              <a:ext cx="164880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8872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B80DF-C690-1878-4CBD-2C08F4FE3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2798C5-05C5-2976-658B-33DB0D7D1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097" y="376818"/>
            <a:ext cx="10515600" cy="848908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Experimental Settings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2EBDC9B-89C3-934E-1841-403FCDC1E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0CBA-2EFE-6B43-904B-8F092F4680CE}" type="slidenum">
              <a:rPr kumimoji="1" lang="zh-CN" altLang="en-US" smtClean="0"/>
              <a:t>11</a:t>
            </a:fld>
            <a:endParaRPr kumimoji="1" lang="zh-CN" altLang="en-US" dirty="0"/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C2F90A08-1952-E020-8EE4-8FF3AC8EA84C}"/>
              </a:ext>
            </a:extLst>
          </p:cNvPr>
          <p:cNvSpPr txBox="1"/>
          <p:nvPr/>
        </p:nvSpPr>
        <p:spPr>
          <a:xfrm>
            <a:off x="639817" y="1419213"/>
            <a:ext cx="10912366" cy="3908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800"/>
              </a:lnSpc>
              <a:buFont typeface="Wingdings" pitchFamily="2" charset="2"/>
              <a:buChar char="p"/>
            </a:pPr>
            <a:r>
              <a:rPr lang="en-US" altLang="zh-CN" sz="2000" dirty="0" err="1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ReAct</a:t>
            </a:r>
            <a:r>
              <a:rPr lang="zh-CN" altLang="en-US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agents built on</a:t>
            </a:r>
          </a:p>
          <a:p>
            <a:pPr marL="800100" lvl="1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GPT-4</a:t>
            </a:r>
          </a:p>
          <a:p>
            <a:pPr marL="800100" lvl="1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Claude-4</a:t>
            </a:r>
          </a:p>
          <a:p>
            <a:pPr marL="800100" lvl="1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Wingdings" pitchFamily="2" charset="2"/>
            </a:endParaRPr>
          </a:p>
          <a:p>
            <a:pPr marL="342900" indent="-342900">
              <a:lnSpc>
                <a:spcPts val="2800"/>
              </a:lnSpc>
              <a:buFont typeface="Wingdings" pitchFamily="2" charset="2"/>
              <a:buChar char="p"/>
            </a:pP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Benchmark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BIRD-Ext: Extended from BIRD, including SELECT, INSERT, DELETE, UPDATE NL2SQL tasks, 50</a:t>
            </a:r>
            <a:r>
              <a:rPr lang="zh-CN" altLang="en-US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each.</a:t>
            </a:r>
          </a:p>
          <a:p>
            <a:pPr lvl="1">
              <a:lnSpc>
                <a:spcPts val="2800"/>
              </a:lnSpc>
            </a:pP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	</a:t>
            </a:r>
            <a:endParaRPr lang="en-US" altLang="zh-CN" sz="48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Wingdings" pitchFamily="2" charset="2"/>
            </a:endParaRPr>
          </a:p>
          <a:p>
            <a:pPr lvl="1">
              <a:lnSpc>
                <a:spcPts val="2800"/>
              </a:lnSpc>
            </a:pPr>
            <a:endParaRPr lang="en-US" altLang="zh-CN" sz="8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Wingdings" pitchFamily="2" charset="2"/>
            </a:endParaRPr>
          </a:p>
          <a:p>
            <a:pPr marL="800100" lvl="1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NL2ML: ML tasks on a table of 20w rows of 3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complexity levels</a:t>
            </a:r>
            <a:endParaRPr lang="en-US" altLang="zh-CN" sz="2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Wingdings" pitchFamily="2" charset="2"/>
            </a:endParaRPr>
          </a:p>
          <a:p>
            <a:pPr marL="800100" lvl="1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Wingdings" pitchFamily="2" charset="2"/>
            </a:endParaRPr>
          </a:p>
        </p:txBody>
      </p:sp>
      <p:grpSp>
        <p:nvGrpSpPr>
          <p:cNvPr id="305" name="组合 304">
            <a:extLst>
              <a:ext uri="{FF2B5EF4-FFF2-40B4-BE49-F238E27FC236}">
                <a16:creationId xmlns:a16="http://schemas.microsoft.com/office/drawing/2014/main" id="{04B76C4D-CDF1-A1F9-28CE-5B8732A179FA}"/>
              </a:ext>
            </a:extLst>
          </p:cNvPr>
          <p:cNvGrpSpPr/>
          <p:nvPr/>
        </p:nvGrpSpPr>
        <p:grpSpPr>
          <a:xfrm>
            <a:off x="1554219" y="3705677"/>
            <a:ext cx="9888786" cy="2453782"/>
            <a:chOff x="1554219" y="3705677"/>
            <a:chExt cx="9888786" cy="2453782"/>
          </a:xfrm>
        </p:grpSpPr>
        <p:grpSp>
          <p:nvGrpSpPr>
            <p:cNvPr id="295" name="组合 294">
              <a:extLst>
                <a:ext uri="{FF2B5EF4-FFF2-40B4-BE49-F238E27FC236}">
                  <a16:creationId xmlns:a16="http://schemas.microsoft.com/office/drawing/2014/main" id="{F573F3C9-8857-2A32-1C1C-42C52C1E8981}"/>
                </a:ext>
              </a:extLst>
            </p:cNvPr>
            <p:cNvGrpSpPr/>
            <p:nvPr/>
          </p:nvGrpSpPr>
          <p:grpSpPr>
            <a:xfrm>
              <a:off x="1554219" y="5213355"/>
              <a:ext cx="6522982" cy="946104"/>
              <a:chOff x="1510675" y="5001284"/>
              <a:chExt cx="7557123" cy="1191734"/>
            </a:xfrm>
          </p:grpSpPr>
          <p:sp>
            <p:nvSpPr>
              <p:cNvPr id="11" name="圆角矩形 10">
                <a:extLst>
                  <a:ext uri="{FF2B5EF4-FFF2-40B4-BE49-F238E27FC236}">
                    <a16:creationId xmlns:a16="http://schemas.microsoft.com/office/drawing/2014/main" id="{EBE80F57-E783-21A7-1828-4451F67A6DC4}"/>
                  </a:ext>
                </a:extLst>
              </p:cNvPr>
              <p:cNvSpPr/>
              <p:nvPr/>
            </p:nvSpPr>
            <p:spPr>
              <a:xfrm>
                <a:off x="2024742" y="5029198"/>
                <a:ext cx="1393372" cy="326572"/>
              </a:xfrm>
              <a:prstGeom prst="roundRect">
                <a:avLst/>
              </a:prstGeom>
              <a:solidFill>
                <a:srgbClr val="FBE5D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Data Query</a:t>
                </a:r>
                <a:endParaRPr kumimoji="1" lang="zh-CN" altLang="en-US" sz="16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3" name="圆角矩形 42">
                <a:extLst>
                  <a:ext uri="{FF2B5EF4-FFF2-40B4-BE49-F238E27FC236}">
                    <a16:creationId xmlns:a16="http://schemas.microsoft.com/office/drawing/2014/main" id="{53F8056B-59D6-1FB6-F7F0-6EB4DEB6A576}"/>
                  </a:ext>
                </a:extLst>
              </p:cNvPr>
              <p:cNvSpPr/>
              <p:nvPr/>
            </p:nvSpPr>
            <p:spPr>
              <a:xfrm>
                <a:off x="3516083" y="5044044"/>
                <a:ext cx="1785259" cy="326572"/>
              </a:xfrm>
              <a:prstGeom prst="roundRect">
                <a:avLst/>
              </a:prstGeom>
              <a:solidFill>
                <a:srgbClr val="FBE5D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Model Training</a:t>
                </a:r>
                <a:endParaRPr kumimoji="1" lang="zh-CN" altLang="en-US" sz="16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4" name="圆角矩形 43">
                <a:extLst>
                  <a:ext uri="{FF2B5EF4-FFF2-40B4-BE49-F238E27FC236}">
                    <a16:creationId xmlns:a16="http://schemas.microsoft.com/office/drawing/2014/main" id="{D25F319A-9F7A-1F76-EEAD-EC5684CED796}"/>
                  </a:ext>
                </a:extLst>
              </p:cNvPr>
              <p:cNvSpPr/>
              <p:nvPr/>
            </p:nvSpPr>
            <p:spPr>
              <a:xfrm>
                <a:off x="2024742" y="5447822"/>
                <a:ext cx="1393372" cy="326572"/>
              </a:xfrm>
              <a:prstGeom prst="roundRect">
                <a:avLst/>
              </a:prstGeom>
              <a:solidFill>
                <a:srgbClr val="FBE5D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Data Query</a:t>
                </a:r>
                <a:endParaRPr kumimoji="1" lang="zh-CN" altLang="en-US" sz="16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5" name="圆角矩形 44">
                <a:extLst>
                  <a:ext uri="{FF2B5EF4-FFF2-40B4-BE49-F238E27FC236}">
                    <a16:creationId xmlns:a16="http://schemas.microsoft.com/office/drawing/2014/main" id="{141F6AC0-A830-A99D-8722-8159C5BBEB03}"/>
                  </a:ext>
                </a:extLst>
              </p:cNvPr>
              <p:cNvSpPr/>
              <p:nvPr/>
            </p:nvSpPr>
            <p:spPr>
              <a:xfrm>
                <a:off x="3516083" y="5447822"/>
                <a:ext cx="1785259" cy="326572"/>
              </a:xfrm>
              <a:prstGeom prst="roundRect">
                <a:avLst/>
              </a:prstGeom>
              <a:solidFill>
                <a:srgbClr val="FBE5D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Data Processing</a:t>
                </a:r>
                <a:endParaRPr kumimoji="1" lang="zh-CN" altLang="en-US" sz="16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6" name="圆角矩形 45">
                <a:extLst>
                  <a:ext uri="{FF2B5EF4-FFF2-40B4-BE49-F238E27FC236}">
                    <a16:creationId xmlns:a16="http://schemas.microsoft.com/office/drawing/2014/main" id="{76AB5236-CAD0-0610-EA41-41621EFBC701}"/>
                  </a:ext>
                </a:extLst>
              </p:cNvPr>
              <p:cNvSpPr/>
              <p:nvPr/>
            </p:nvSpPr>
            <p:spPr>
              <a:xfrm>
                <a:off x="5399311" y="5447822"/>
                <a:ext cx="1785259" cy="326572"/>
              </a:xfrm>
              <a:prstGeom prst="roundRect">
                <a:avLst/>
              </a:prstGeom>
              <a:solidFill>
                <a:srgbClr val="FBE5D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Model Training</a:t>
                </a:r>
                <a:endParaRPr kumimoji="1" lang="zh-CN" altLang="en-US" sz="16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7" name="圆角矩形 46">
                <a:extLst>
                  <a:ext uri="{FF2B5EF4-FFF2-40B4-BE49-F238E27FC236}">
                    <a16:creationId xmlns:a16="http://schemas.microsoft.com/office/drawing/2014/main" id="{1FD62430-EE7B-7C29-2931-19BA128275E7}"/>
                  </a:ext>
                </a:extLst>
              </p:cNvPr>
              <p:cNvSpPr/>
              <p:nvPr/>
            </p:nvSpPr>
            <p:spPr>
              <a:xfrm>
                <a:off x="2024742" y="5866446"/>
                <a:ext cx="1393372" cy="326572"/>
              </a:xfrm>
              <a:prstGeom prst="roundRect">
                <a:avLst/>
              </a:prstGeom>
              <a:solidFill>
                <a:srgbClr val="FBE5D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Data Query</a:t>
                </a:r>
                <a:endParaRPr kumimoji="1" lang="zh-CN" altLang="en-US" sz="16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8" name="圆角矩形 47">
                <a:extLst>
                  <a:ext uri="{FF2B5EF4-FFF2-40B4-BE49-F238E27FC236}">
                    <a16:creationId xmlns:a16="http://schemas.microsoft.com/office/drawing/2014/main" id="{CFEBA7D5-9247-CAF3-0CB8-72BF1F796A0F}"/>
                  </a:ext>
                </a:extLst>
              </p:cNvPr>
              <p:cNvSpPr/>
              <p:nvPr/>
            </p:nvSpPr>
            <p:spPr>
              <a:xfrm>
                <a:off x="3516083" y="5866446"/>
                <a:ext cx="1785259" cy="326572"/>
              </a:xfrm>
              <a:prstGeom prst="roundRect">
                <a:avLst/>
              </a:prstGeom>
              <a:solidFill>
                <a:srgbClr val="FBE5D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Data Processing</a:t>
                </a:r>
                <a:endParaRPr kumimoji="1" lang="zh-CN" altLang="en-US" sz="16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9" name="圆角矩形 48">
                <a:extLst>
                  <a:ext uri="{FF2B5EF4-FFF2-40B4-BE49-F238E27FC236}">
                    <a16:creationId xmlns:a16="http://schemas.microsoft.com/office/drawing/2014/main" id="{5E98107D-2843-A578-539E-7F6E28CF460F}"/>
                  </a:ext>
                </a:extLst>
              </p:cNvPr>
              <p:cNvSpPr/>
              <p:nvPr/>
            </p:nvSpPr>
            <p:spPr>
              <a:xfrm>
                <a:off x="5399311" y="5866446"/>
                <a:ext cx="1785259" cy="326572"/>
              </a:xfrm>
              <a:prstGeom prst="roundRect">
                <a:avLst/>
              </a:prstGeom>
              <a:solidFill>
                <a:srgbClr val="FBE5D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Model Training</a:t>
                </a:r>
                <a:endParaRPr kumimoji="1" lang="zh-CN" altLang="en-US" sz="16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0" name="圆角矩形 49">
                <a:extLst>
                  <a:ext uri="{FF2B5EF4-FFF2-40B4-BE49-F238E27FC236}">
                    <a16:creationId xmlns:a16="http://schemas.microsoft.com/office/drawing/2014/main" id="{290F885A-8327-E687-4059-BD0DF08F37E4}"/>
                  </a:ext>
                </a:extLst>
              </p:cNvPr>
              <p:cNvSpPr/>
              <p:nvPr/>
            </p:nvSpPr>
            <p:spPr>
              <a:xfrm>
                <a:off x="7282539" y="5866446"/>
                <a:ext cx="1785259" cy="326572"/>
              </a:xfrm>
              <a:prstGeom prst="roundRect">
                <a:avLst/>
              </a:prstGeom>
              <a:solidFill>
                <a:srgbClr val="FBE5D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Predicting</a:t>
                </a:r>
                <a:endParaRPr kumimoji="1" lang="zh-CN" altLang="en-US" sz="16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92" name="文本框 291">
                <a:extLst>
                  <a:ext uri="{FF2B5EF4-FFF2-40B4-BE49-F238E27FC236}">
                    <a16:creationId xmlns:a16="http://schemas.microsoft.com/office/drawing/2014/main" id="{1D852844-AB5D-F45A-1165-5F37BD2DC68C}"/>
                  </a:ext>
                </a:extLst>
              </p:cNvPr>
              <p:cNvSpPr txBox="1"/>
              <p:nvPr/>
            </p:nvSpPr>
            <p:spPr>
              <a:xfrm>
                <a:off x="1511896" y="5001284"/>
                <a:ext cx="56605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  <a:sym typeface="Wingdings" pitchFamily="2" charset="2"/>
                  </a:rPr>
                  <a:t>L1</a:t>
                </a:r>
                <a:endParaRPr lang="zh-CN" altLang="en-US" sz="1600" dirty="0"/>
              </a:p>
            </p:txBody>
          </p:sp>
          <p:sp>
            <p:nvSpPr>
              <p:cNvPr id="293" name="文本框 292">
                <a:extLst>
                  <a:ext uri="{FF2B5EF4-FFF2-40B4-BE49-F238E27FC236}">
                    <a16:creationId xmlns:a16="http://schemas.microsoft.com/office/drawing/2014/main" id="{3BD4305A-9A28-9E9E-2D0B-00B681C65F66}"/>
                  </a:ext>
                </a:extLst>
              </p:cNvPr>
              <p:cNvSpPr txBox="1"/>
              <p:nvPr/>
            </p:nvSpPr>
            <p:spPr>
              <a:xfrm>
                <a:off x="1510675" y="5426834"/>
                <a:ext cx="56605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  <a:sym typeface="Wingdings" pitchFamily="2" charset="2"/>
                  </a:rPr>
                  <a:t>L2</a:t>
                </a:r>
                <a:endParaRPr lang="zh-CN" altLang="en-US" sz="1600" dirty="0"/>
              </a:p>
            </p:txBody>
          </p:sp>
          <p:sp>
            <p:nvSpPr>
              <p:cNvPr id="294" name="文本框 293">
                <a:extLst>
                  <a:ext uri="{FF2B5EF4-FFF2-40B4-BE49-F238E27FC236}">
                    <a16:creationId xmlns:a16="http://schemas.microsoft.com/office/drawing/2014/main" id="{AB0EF04B-3215-79EA-D9AA-6A5F7BEAFCE3}"/>
                  </a:ext>
                </a:extLst>
              </p:cNvPr>
              <p:cNvSpPr txBox="1"/>
              <p:nvPr/>
            </p:nvSpPr>
            <p:spPr>
              <a:xfrm>
                <a:off x="1510675" y="5850407"/>
                <a:ext cx="56605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  <a:sym typeface="Wingdings" pitchFamily="2" charset="2"/>
                  </a:rPr>
                  <a:t>L3</a:t>
                </a:r>
                <a:endParaRPr lang="zh-CN" altLang="en-US" sz="1600" dirty="0"/>
              </a:p>
            </p:txBody>
          </p:sp>
        </p:grpSp>
        <p:sp>
          <p:nvSpPr>
            <p:cNvPr id="296" name="圆角矩形 295">
              <a:extLst>
                <a:ext uri="{FF2B5EF4-FFF2-40B4-BE49-F238E27FC236}">
                  <a16:creationId xmlns:a16="http://schemas.microsoft.com/office/drawing/2014/main" id="{75218484-C0C8-B00C-3BD2-92CB580504E9}"/>
                </a:ext>
              </a:extLst>
            </p:cNvPr>
            <p:cNvSpPr/>
            <p:nvPr/>
          </p:nvSpPr>
          <p:spPr>
            <a:xfrm>
              <a:off x="4700424" y="3755957"/>
              <a:ext cx="1093604" cy="26877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write SQL</a:t>
              </a:r>
              <a:endParaRPr kumimoji="1" lang="zh-CN" altLang="en-U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8" name="圆角矩形 297">
              <a:extLst>
                <a:ext uri="{FF2B5EF4-FFF2-40B4-BE49-F238E27FC236}">
                  <a16:creationId xmlns:a16="http://schemas.microsoft.com/office/drawing/2014/main" id="{BC395239-B9A2-1481-2E98-0D5ADA7F7335}"/>
                </a:ext>
              </a:extLst>
            </p:cNvPr>
            <p:cNvSpPr/>
            <p:nvPr/>
          </p:nvSpPr>
          <p:spPr>
            <a:xfrm>
              <a:off x="6052999" y="3755959"/>
              <a:ext cx="1560207" cy="26877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write semantic</a:t>
              </a:r>
              <a:endParaRPr kumimoji="1" lang="zh-CN" altLang="en-U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9" name="圆角矩形 298">
              <a:extLst>
                <a:ext uri="{FF2B5EF4-FFF2-40B4-BE49-F238E27FC236}">
                  <a16:creationId xmlns:a16="http://schemas.microsoft.com/office/drawing/2014/main" id="{01866F54-8EB1-CE3A-7025-11494F087BAF}"/>
                </a:ext>
              </a:extLst>
            </p:cNvPr>
            <p:cNvSpPr/>
            <p:nvPr/>
          </p:nvSpPr>
          <p:spPr>
            <a:xfrm>
              <a:off x="7836883" y="3755958"/>
              <a:ext cx="1560207" cy="26877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write condition</a:t>
              </a:r>
              <a:endParaRPr kumimoji="1" lang="zh-CN" altLang="en-U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1" name="文本框 300">
              <a:extLst>
                <a:ext uri="{FF2B5EF4-FFF2-40B4-BE49-F238E27FC236}">
                  <a16:creationId xmlns:a16="http://schemas.microsoft.com/office/drawing/2014/main" id="{FF2FAC19-F115-8E2E-CAA0-55D063EA4FE4}"/>
                </a:ext>
              </a:extLst>
            </p:cNvPr>
            <p:cNvSpPr txBox="1"/>
            <p:nvPr/>
          </p:nvSpPr>
          <p:spPr>
            <a:xfrm>
              <a:off x="5773636" y="3705677"/>
              <a:ext cx="2589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  <a:sym typeface="Wingdings" pitchFamily="2" charset="2"/>
                </a:rPr>
                <a:t>=</a:t>
              </a:r>
              <a:endParaRPr lang="zh-CN" altLang="en-US" dirty="0"/>
            </a:p>
          </p:txBody>
        </p:sp>
        <p:sp>
          <p:nvSpPr>
            <p:cNvPr id="302" name="文本框 301">
              <a:extLst>
                <a:ext uri="{FF2B5EF4-FFF2-40B4-BE49-F238E27FC236}">
                  <a16:creationId xmlns:a16="http://schemas.microsoft.com/office/drawing/2014/main" id="{2CD79B4E-FAB5-0D02-166F-57483B651701}"/>
                </a:ext>
              </a:extLst>
            </p:cNvPr>
            <p:cNvSpPr txBox="1"/>
            <p:nvPr/>
          </p:nvSpPr>
          <p:spPr>
            <a:xfrm>
              <a:off x="7553854" y="3705677"/>
              <a:ext cx="25897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  <a:sym typeface="Wingdings" pitchFamily="2" charset="2"/>
                </a:rPr>
                <a:t>+</a:t>
              </a:r>
              <a:endParaRPr lang="zh-CN" altLang="en-US" dirty="0"/>
            </a:p>
          </p:txBody>
        </p:sp>
        <p:sp>
          <p:nvSpPr>
            <p:cNvPr id="303" name="文本框 302">
              <a:extLst>
                <a:ext uri="{FF2B5EF4-FFF2-40B4-BE49-F238E27FC236}">
                  <a16:creationId xmlns:a16="http://schemas.microsoft.com/office/drawing/2014/main" id="{77B100C5-8B9A-7870-8A4E-EDFC17F61C38}"/>
                </a:ext>
              </a:extLst>
            </p:cNvPr>
            <p:cNvSpPr txBox="1"/>
            <p:nvPr/>
          </p:nvSpPr>
          <p:spPr>
            <a:xfrm>
              <a:off x="5321600" y="4075009"/>
              <a:ext cx="375966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b="1" dirty="0">
                  <a:solidFill>
                    <a:srgbClr val="C00000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  <a:sym typeface="Wingdings" pitchFamily="2" charset="2"/>
                </a:rPr>
                <a:t>Rule-based Generation</a:t>
              </a:r>
              <a:endParaRPr lang="zh-CN" altLang="en-US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304" name="文本框 303">
              <a:extLst>
                <a:ext uri="{FF2B5EF4-FFF2-40B4-BE49-F238E27FC236}">
                  <a16:creationId xmlns:a16="http://schemas.microsoft.com/office/drawing/2014/main" id="{87D39410-9FF4-6D1E-EC70-E526BA29A2B8}"/>
                </a:ext>
              </a:extLst>
            </p:cNvPr>
            <p:cNvSpPr txBox="1"/>
            <p:nvPr/>
          </p:nvSpPr>
          <p:spPr>
            <a:xfrm>
              <a:off x="7683339" y="4075009"/>
              <a:ext cx="375966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b="1" dirty="0">
                  <a:solidFill>
                    <a:srgbClr val="C00000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  <a:sym typeface="Wingdings" pitchFamily="2" charset="2"/>
                </a:rPr>
                <a:t>Origin BIRD SELECT task</a:t>
              </a:r>
              <a:endParaRPr lang="zh-CN" altLang="en-US" sz="1600" b="1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391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DC03B-C19B-756E-BF8D-21C634795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EA7AE8-5D3C-4704-D67B-7610F718E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097" y="376818"/>
            <a:ext cx="10515600" cy="848908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Experimental Evaluation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6DD2B42-2EBD-6F58-3850-C53468CC2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0CBA-2EFE-6B43-904B-8F092F4680CE}" type="slidenum">
              <a:rPr kumimoji="1" lang="zh-CN" altLang="en-US" smtClean="0"/>
              <a:t>12</a:t>
            </a:fld>
            <a:endParaRPr kumimoji="1" lang="zh-CN" altLang="en-US"/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CF2614D8-ACFE-6730-B0EC-35DE5C704B1B}"/>
              </a:ext>
            </a:extLst>
          </p:cNvPr>
          <p:cNvSpPr txBox="1"/>
          <p:nvPr/>
        </p:nvSpPr>
        <p:spPr>
          <a:xfrm>
            <a:off x="639817" y="1419213"/>
            <a:ext cx="109123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Coarse-Grained vs. Fine-Grained Tooling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Wingdings" pitchFamily="2" charset="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33B1590-9E20-2CA5-901B-5051A8F10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390" y="2384755"/>
            <a:ext cx="8152176" cy="219283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791FF24-E5FF-9987-2479-EEC0E1D12ABC}"/>
              </a:ext>
            </a:extLst>
          </p:cNvPr>
          <p:cNvSpPr txBox="1"/>
          <p:nvPr/>
        </p:nvSpPr>
        <p:spPr>
          <a:xfrm>
            <a:off x="1156663" y="4915015"/>
            <a:ext cx="10395520" cy="1132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800"/>
              </a:lnSpc>
              <a:buFont typeface="+mj-lt"/>
              <a:buAutoNum type="arabicPeriod"/>
            </a:pPr>
            <a:r>
              <a:rPr lang="en" altLang="zh-CN" dirty="0">
                <a:solidFill>
                  <a:srgbClr val="0D1239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Explicit context retrieval tools </a:t>
            </a:r>
            <a:r>
              <a:rPr lang="en" altLang="zh-CN" b="1" dirty="0">
                <a:solidFill>
                  <a:srgbClr val="C00000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reduce schema hallucinations </a:t>
            </a:r>
            <a:r>
              <a:rPr lang="en" altLang="zh-CN" dirty="0">
                <a:solidFill>
                  <a:srgbClr val="0D1239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and reduce LLM calls by 30%</a:t>
            </a:r>
          </a:p>
          <a:p>
            <a:pPr marL="342900" indent="-342900">
              <a:lnSpc>
                <a:spcPts val="2800"/>
              </a:lnSpc>
              <a:buFont typeface="+mj-lt"/>
              <a:buAutoNum type="arabicPeriod"/>
            </a:pPr>
            <a:r>
              <a:rPr lang="en" altLang="zh-CN" dirty="0">
                <a:solidFill>
                  <a:srgbClr val="0D1239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Fine-grained tools </a:t>
            </a:r>
            <a:r>
              <a:rPr lang="en" altLang="zh-CN" b="1" dirty="0">
                <a:solidFill>
                  <a:srgbClr val="C00000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maintain accuracy </a:t>
            </a:r>
            <a:r>
              <a:rPr lang="en" altLang="zh-CN" dirty="0">
                <a:solidFill>
                  <a:srgbClr val="0D1239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while enabling enhanced security controls</a:t>
            </a:r>
          </a:p>
          <a:p>
            <a:pPr marL="342900" indent="-342900">
              <a:lnSpc>
                <a:spcPts val="2800"/>
              </a:lnSpc>
              <a:buFont typeface="+mj-lt"/>
              <a:buAutoNum type="arabicPeriod"/>
            </a:pPr>
            <a:r>
              <a:rPr lang="en" altLang="zh-CN" dirty="0">
                <a:solidFill>
                  <a:srgbClr val="0D1239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Explicit transaction tools </a:t>
            </a:r>
            <a:r>
              <a:rPr lang="en" altLang="zh-CN" b="1" dirty="0">
                <a:solidFill>
                  <a:srgbClr val="C00000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enable correct transaction initiation</a:t>
            </a:r>
            <a:r>
              <a:rPr lang="en" altLang="zh-CN" dirty="0">
                <a:solidFill>
                  <a:srgbClr val="0D1239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, which PG-MCP fails to achieve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03E805-92DD-095D-A1A3-B40067EB018C}"/>
              </a:ext>
            </a:extLst>
          </p:cNvPr>
          <p:cNvSpPr txBox="1"/>
          <p:nvPr/>
        </p:nvSpPr>
        <p:spPr>
          <a:xfrm>
            <a:off x="5816626" y="1912269"/>
            <a:ext cx="3505200" cy="408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en" altLang="zh-CN" sz="1600" b="1" dirty="0" err="1">
                <a:solidFill>
                  <a:srgbClr val="7030A0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get_schema</a:t>
            </a:r>
            <a:r>
              <a:rPr lang="en" altLang="zh-CN" sz="1600" dirty="0">
                <a:solidFill>
                  <a:srgbClr val="0D1239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() + </a:t>
            </a:r>
            <a:r>
              <a:rPr lang="en" altLang="zh-CN" sz="1600" b="1" i="0" dirty="0" err="1">
                <a:solidFill>
                  <a:srgbClr val="7030A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execute_sql</a:t>
            </a:r>
            <a:r>
              <a:rPr lang="en" altLang="zh-CN" sz="1600" i="0" dirty="0">
                <a:solidFill>
                  <a:srgbClr val="0D1239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()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124B031-677E-AE49-9674-55EB8DCEA528}"/>
              </a:ext>
            </a:extLst>
          </p:cNvPr>
          <p:cNvSpPr txBox="1"/>
          <p:nvPr/>
        </p:nvSpPr>
        <p:spPr>
          <a:xfrm>
            <a:off x="3536395" y="1912268"/>
            <a:ext cx="3505200" cy="408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en" altLang="zh-CN" sz="1600" b="1" i="0" dirty="0" err="1">
                <a:solidFill>
                  <a:srgbClr val="7030A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execute_sql</a:t>
            </a:r>
            <a:r>
              <a:rPr lang="en" altLang="zh-CN" sz="1600" i="0" dirty="0">
                <a:solidFill>
                  <a:srgbClr val="0D1239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()</a:t>
            </a: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8FA2979C-229D-7BB5-ABB8-90FF46080933}"/>
              </a:ext>
            </a:extLst>
          </p:cNvPr>
          <p:cNvCxnSpPr>
            <a:cxnSpLocks/>
          </p:cNvCxnSpPr>
          <p:nvPr/>
        </p:nvCxnSpPr>
        <p:spPr>
          <a:xfrm flipH="1" flipV="1">
            <a:off x="4447313" y="2320586"/>
            <a:ext cx="457200" cy="1439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F5A197F7-2E31-047F-9FFF-D37F91149003}"/>
              </a:ext>
            </a:extLst>
          </p:cNvPr>
          <p:cNvCxnSpPr>
            <a:cxnSpLocks/>
          </p:cNvCxnSpPr>
          <p:nvPr/>
        </p:nvCxnSpPr>
        <p:spPr>
          <a:xfrm flipV="1">
            <a:off x="6456222" y="2320585"/>
            <a:ext cx="429489" cy="14394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159AF268-D43C-0F82-C9D0-3308C0701A90}"/>
              </a:ext>
            </a:extLst>
          </p:cNvPr>
          <p:cNvCxnSpPr/>
          <p:nvPr/>
        </p:nvCxnSpPr>
        <p:spPr>
          <a:xfrm>
            <a:off x="2410695" y="3228109"/>
            <a:ext cx="0" cy="332509"/>
          </a:xfrm>
          <a:prstGeom prst="straightConnector1">
            <a:avLst/>
          </a:prstGeom>
          <a:ln w="1905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F576C467-95B6-B4E2-EAE4-8C44FA5EC6B6}"/>
              </a:ext>
            </a:extLst>
          </p:cNvPr>
          <p:cNvSpPr txBox="1"/>
          <p:nvPr/>
        </p:nvSpPr>
        <p:spPr>
          <a:xfrm>
            <a:off x="2410695" y="324047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~30%</a:t>
            </a:r>
            <a:endParaRPr lang="zh-CN" altLang="en-US" sz="1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4323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5A0F2-45AD-E9AC-ECB9-76130FD9C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130E29-49C5-52F9-65DB-CC5B60650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097" y="376818"/>
            <a:ext cx="10515600" cy="848908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Experimental Evaluation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7444CF4-0627-3074-39D6-D3BD50066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0CBA-2EFE-6B43-904B-8F092F4680CE}" type="slidenum">
              <a:rPr kumimoji="1" lang="zh-CN" altLang="en-US" smtClean="0"/>
              <a:t>13</a:t>
            </a:fld>
            <a:endParaRPr kumimoji="1" lang="zh-CN" altLang="en-US"/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46F63120-62EB-897E-4A89-5E8671766198}"/>
              </a:ext>
            </a:extLst>
          </p:cNvPr>
          <p:cNvSpPr txBox="1"/>
          <p:nvPr/>
        </p:nvSpPr>
        <p:spPr>
          <a:xfrm>
            <a:off x="639817" y="1419213"/>
            <a:ext cx="10912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Effectiveness of Privilege-Aware Tooling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204CA6C-27CD-CF9A-6264-6EF8928084BD}"/>
              </a:ext>
            </a:extLst>
          </p:cNvPr>
          <p:cNvSpPr txBox="1"/>
          <p:nvPr/>
        </p:nvSpPr>
        <p:spPr>
          <a:xfrm>
            <a:off x="1156663" y="4915015"/>
            <a:ext cx="10395520" cy="1491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800"/>
              </a:lnSpc>
              <a:buFont typeface="+mj-lt"/>
              <a:buAutoNum type="arabicPeriod"/>
            </a:pPr>
            <a:r>
              <a:rPr lang="en" altLang="zh-CN" dirty="0">
                <a:solidFill>
                  <a:srgbClr val="0D1239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Privilege-aware design adds no overhead when users have sufficient privileges</a:t>
            </a:r>
          </a:p>
          <a:p>
            <a:pPr marL="342900" indent="-342900">
              <a:lnSpc>
                <a:spcPts val="2800"/>
              </a:lnSpc>
              <a:buFont typeface="+mj-lt"/>
              <a:buAutoNum type="arabicPeriod"/>
            </a:pPr>
            <a:r>
              <a:rPr lang="en" altLang="zh-CN" dirty="0" err="1"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BridgeScope</a:t>
            </a:r>
            <a:r>
              <a:rPr lang="en" altLang="zh-CN" dirty="0"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 reduces LLM calls by </a:t>
            </a:r>
            <a:r>
              <a:rPr lang="en" altLang="zh-CN" b="1" dirty="0">
                <a:solidFill>
                  <a:srgbClr val="C00000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23–71% </a:t>
            </a:r>
            <a:r>
              <a:rPr lang="en" altLang="zh-CN" dirty="0"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and token costs by </a:t>
            </a:r>
            <a:r>
              <a:rPr lang="en" altLang="zh-CN" b="1" dirty="0">
                <a:solidFill>
                  <a:srgbClr val="C00000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30–82% </a:t>
            </a:r>
            <a:r>
              <a:rPr lang="en" altLang="zh-CN" dirty="0"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for infeasible tasks</a:t>
            </a:r>
          </a:p>
          <a:p>
            <a:pPr marL="342900" indent="-342900">
              <a:lnSpc>
                <a:spcPts val="2800"/>
              </a:lnSpc>
              <a:buFont typeface="+mj-lt"/>
              <a:buAutoNum type="arabicPeriod"/>
            </a:pPr>
            <a:r>
              <a:rPr lang="en" altLang="zh-CN" dirty="0">
                <a:solidFill>
                  <a:srgbClr val="0D1239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Restricting visible tools based on privileges helps LLMs quickly recognize task infeasibility</a:t>
            </a:r>
          </a:p>
          <a:p>
            <a:pPr marL="342900" indent="-342900" algn="l">
              <a:lnSpc>
                <a:spcPts val="2800"/>
              </a:lnSpc>
              <a:buFont typeface="+mj-lt"/>
              <a:buAutoNum type="arabicPeriod"/>
            </a:pPr>
            <a:endParaRPr lang="en" altLang="zh-CN" b="0" i="0" dirty="0">
              <a:solidFill>
                <a:srgbClr val="0D1239"/>
              </a:solidFill>
              <a:effectLst/>
              <a:latin typeface="Arial" panose="020B0604020202020204" pitchFamily="34" charset="0"/>
              <a:ea typeface="PingFang SC" panose="020B0400000000000000" pitchFamily="34" charset="-122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ECAB33-92AB-0CA7-C59F-005BE9600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11" y="2098242"/>
            <a:ext cx="9366063" cy="253785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6703038-B142-8FA3-1464-B91B3828148F}"/>
              </a:ext>
            </a:extLst>
          </p:cNvPr>
          <p:cNvSpPr txBox="1"/>
          <p:nvPr/>
        </p:nvSpPr>
        <p:spPr>
          <a:xfrm>
            <a:off x="9890486" y="2862851"/>
            <a:ext cx="1773210" cy="1132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en" altLang="zh-CN" sz="1600" i="0" dirty="0">
                <a:solidFill>
                  <a:srgbClr val="0D1239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A: Administrator</a:t>
            </a:r>
          </a:p>
          <a:p>
            <a:pPr>
              <a:lnSpc>
                <a:spcPts val="2800"/>
              </a:lnSpc>
            </a:pPr>
            <a:r>
              <a:rPr lang="en" altLang="zh-CN" sz="1600" dirty="0">
                <a:solidFill>
                  <a:srgbClr val="0D1239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N: Normal user</a:t>
            </a:r>
          </a:p>
          <a:p>
            <a:pPr>
              <a:lnSpc>
                <a:spcPts val="2800"/>
              </a:lnSpc>
            </a:pPr>
            <a:r>
              <a:rPr lang="en" altLang="zh-CN" sz="1600" dirty="0">
                <a:solidFill>
                  <a:srgbClr val="0D1239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I: Irrelevant user</a:t>
            </a:r>
            <a:r>
              <a:rPr lang="en" altLang="zh-CN" sz="1600" i="0" dirty="0">
                <a:solidFill>
                  <a:srgbClr val="0D1239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67628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620C2-5F89-B548-C6CC-36712F988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7E77F8-C0A3-29A3-C20C-D16426DB2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097" y="376818"/>
            <a:ext cx="10515600" cy="848908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Experimental Evaluation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E2FF419-FF62-1E6F-821A-9416A7FD2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0CBA-2EFE-6B43-904B-8F092F4680CE}" type="slidenum">
              <a:rPr kumimoji="1" lang="zh-CN" altLang="en-US" smtClean="0"/>
              <a:t>14</a:t>
            </a:fld>
            <a:endParaRPr kumimoji="1" lang="zh-CN" altLang="en-US" dirty="0"/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F39E3FB8-3929-D8BC-8709-D46BA9B831A6}"/>
              </a:ext>
            </a:extLst>
          </p:cNvPr>
          <p:cNvSpPr txBox="1"/>
          <p:nvPr/>
        </p:nvSpPr>
        <p:spPr>
          <a:xfrm>
            <a:off x="639817" y="1419213"/>
            <a:ext cx="10912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Effectiveness of Proxy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67C6E13-0558-1E87-512A-FAA31EDC68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058"/>
          <a:stretch>
            <a:fillRect/>
          </a:stretch>
        </p:blipFill>
        <p:spPr>
          <a:xfrm>
            <a:off x="1902212" y="2254895"/>
            <a:ext cx="8387576" cy="234820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8479167-3089-407C-B325-08B9326407BD}"/>
              </a:ext>
            </a:extLst>
          </p:cNvPr>
          <p:cNvSpPr txBox="1"/>
          <p:nvPr/>
        </p:nvSpPr>
        <p:spPr>
          <a:xfrm>
            <a:off x="1156663" y="4915015"/>
            <a:ext cx="10395520" cy="1491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800"/>
              </a:lnSpc>
              <a:buFont typeface="+mj-lt"/>
              <a:buAutoNum type="arabicPeriod"/>
            </a:pPr>
            <a:r>
              <a:rPr lang="en" altLang="zh-CN" dirty="0">
                <a:solidFill>
                  <a:srgbClr val="0D1239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Modern LLMs are capable of abstracting and using the proxy tool to organize data flows</a:t>
            </a:r>
          </a:p>
          <a:p>
            <a:pPr marL="342900" indent="-342900">
              <a:lnSpc>
                <a:spcPts val="2800"/>
              </a:lnSpc>
              <a:buFont typeface="+mj-lt"/>
              <a:buAutoNum type="arabicPeriod"/>
            </a:pPr>
            <a:r>
              <a:rPr lang="en" altLang="zh-CN" dirty="0">
                <a:solidFill>
                  <a:srgbClr val="0D1239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Direct data routing </a:t>
            </a:r>
            <a:r>
              <a:rPr lang="en" altLang="zh-CN" b="1" dirty="0">
                <a:solidFill>
                  <a:srgbClr val="C00000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enables 100% task completion </a:t>
            </a:r>
            <a:r>
              <a:rPr lang="en" altLang="zh-CN" dirty="0">
                <a:solidFill>
                  <a:srgbClr val="0D1239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vs. 0% for context-based routing</a:t>
            </a:r>
          </a:p>
          <a:p>
            <a:pPr marL="342900" indent="-342900">
              <a:lnSpc>
                <a:spcPts val="2800"/>
              </a:lnSpc>
              <a:buFont typeface="+mj-lt"/>
              <a:buAutoNum type="arabicPeriod"/>
            </a:pPr>
            <a:r>
              <a:rPr lang="en" altLang="zh-CN" dirty="0" err="1">
                <a:solidFill>
                  <a:srgbClr val="0D1239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BridgeScope</a:t>
            </a:r>
            <a:r>
              <a:rPr lang="en" altLang="zh-CN" dirty="0">
                <a:solidFill>
                  <a:srgbClr val="0D1239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 </a:t>
            </a:r>
            <a:r>
              <a:rPr lang="en" altLang="zh-CN" b="1" dirty="0">
                <a:solidFill>
                  <a:srgbClr val="C00000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maintains high efficiency in terms of both token usage and LLM calls </a:t>
            </a:r>
            <a:r>
              <a:rPr lang="en" altLang="zh-CN" dirty="0">
                <a:solidFill>
                  <a:srgbClr val="0D1239"/>
                </a:solidFill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on full datasets while context-based approaches fail or degrade even on small data scales</a:t>
            </a:r>
          </a:p>
        </p:txBody>
      </p:sp>
    </p:spTree>
    <p:extLst>
      <p:ext uri="{BB962C8B-B14F-4D97-AF65-F5344CB8AC3E}">
        <p14:creationId xmlns:p14="http://schemas.microsoft.com/office/powerpoint/2010/main" val="2410634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E04AE-D7FD-1C46-98FD-6FADE7A60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9C7AFB-C26A-C95B-5F43-1CF48B066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097" y="376818"/>
            <a:ext cx="10515600" cy="848908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A31BD92-3251-4181-061A-AA45A1F5F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40CBA-2EFE-6B43-904B-8F092F4680CE}" type="slidenum">
              <a:rPr kumimoji="1" lang="zh-CN" altLang="en-US" smtClean="0"/>
              <a:t>15</a:t>
            </a:fld>
            <a:endParaRPr kumimoji="1" lang="zh-CN" altLang="en-US"/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1F0B88BD-8ECA-C4AE-2769-954A4C92ACE9}"/>
              </a:ext>
            </a:extLst>
          </p:cNvPr>
          <p:cNvSpPr txBox="1"/>
          <p:nvPr/>
        </p:nvSpPr>
        <p:spPr>
          <a:xfrm>
            <a:off x="639817" y="1622413"/>
            <a:ext cx="109123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Existing database toolkits offer coarse-grained tools that are insecure, privilege-unaware, and fail on data-intensive tasks.</a:t>
            </a:r>
          </a:p>
          <a:p>
            <a:endParaRPr lang="en-US" altLang="zh-CN" sz="2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Wingdings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BridgeScope</a:t>
            </a:r>
            <a:r>
              <a:rPr lang="e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enables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secure, efficient, and scalable database operations </a:t>
            </a:r>
            <a:r>
              <a:rPr lang="en-US" altLang="zh-CN" sz="2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by </a:t>
            </a:r>
            <a:r>
              <a:rPr lang="e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three key innovations: fine-grained tool modularization, privilege-aware tool implementation, and a proxy mechanism for efficient data transmission.</a:t>
            </a:r>
            <a:endParaRPr lang="en-US" altLang="zh-CN" sz="2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Wingdings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Wingdings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Being </a:t>
            </a:r>
            <a:r>
              <a:rPr lang="en" altLang="zh-CN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database-agnostic</a:t>
            </a:r>
            <a:r>
              <a:rPr lang="e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" altLang="zh-CN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working transparently</a:t>
            </a:r>
            <a:r>
              <a:rPr lang="e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BridgeScope</a:t>
            </a:r>
            <a:r>
              <a:rPr lang="en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integrates seamlessly with any agentic framework and MCP server to support diverse data-intensive tasks.</a:t>
            </a:r>
            <a:endParaRPr lang="en-US" altLang="zh-CN" sz="20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17041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73B18-34A8-65A8-D85C-F4D1E3397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2C27B-3B58-5516-467E-360A3F36C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D150F-DAA3-B74A-B094-A00CF4792CC6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299343-39BE-ACE7-B349-D6A28C052A9F}"/>
              </a:ext>
            </a:extLst>
          </p:cNvPr>
          <p:cNvSpPr/>
          <p:nvPr/>
        </p:nvSpPr>
        <p:spPr>
          <a:xfrm>
            <a:off x="2093943" y="1498809"/>
            <a:ext cx="8004114" cy="116769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6000" b="1" dirty="0">
                <a:ln w="0"/>
                <a:solidFill>
                  <a:srgbClr val="FF6A0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Garamond" charset="0"/>
                <a:cs typeface="Arial" panose="020B0604020202020204" pitchFamily="34" charset="0"/>
                <a:sym typeface="华文新魏" charset="-122"/>
              </a:rPr>
              <a:t>Thanks for Listening!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0E15601-C23E-A862-BB77-6544A53093EB}"/>
              </a:ext>
            </a:extLst>
          </p:cNvPr>
          <p:cNvGrpSpPr/>
          <p:nvPr/>
        </p:nvGrpSpPr>
        <p:grpSpPr>
          <a:xfrm>
            <a:off x="1573428" y="3141455"/>
            <a:ext cx="4522572" cy="2360973"/>
            <a:chOff x="1112109" y="3109096"/>
            <a:chExt cx="4522572" cy="2360973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BDE26ABA-AFB0-CBEE-4480-6502EEB92E6C}"/>
                </a:ext>
              </a:extLst>
            </p:cNvPr>
            <p:cNvSpPr txBox="1"/>
            <p:nvPr/>
          </p:nvSpPr>
          <p:spPr>
            <a:xfrm>
              <a:off x="1112109" y="5100737"/>
              <a:ext cx="452257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/>
                <a:t>https://github.com/duoyw/bridgescope/</a:t>
              </a:r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1F977AB0-768F-BB50-FEA9-3EDB7364A6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90171" y="3109096"/>
              <a:ext cx="1566449" cy="1873596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156E9A3C-73A6-A871-0464-9DF07B1DB7B1}"/>
              </a:ext>
            </a:extLst>
          </p:cNvPr>
          <p:cNvSpPr txBox="1"/>
          <p:nvPr/>
        </p:nvSpPr>
        <p:spPr>
          <a:xfrm>
            <a:off x="5491950" y="5241251"/>
            <a:ext cx="6237299" cy="32334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B120C5A-6D6A-094D-6A3C-3958CDA2359E}"/>
              </a:ext>
            </a:extLst>
          </p:cNvPr>
          <p:cNvGrpSpPr/>
          <p:nvPr/>
        </p:nvGrpSpPr>
        <p:grpSpPr>
          <a:xfrm>
            <a:off x="5644350" y="3097943"/>
            <a:ext cx="5094073" cy="2967573"/>
            <a:chOff x="5063658" y="3126687"/>
            <a:chExt cx="5094073" cy="2967573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6D939955-9F85-E6BC-9D85-56F914B6E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89852" y="3126687"/>
              <a:ext cx="1641685" cy="1873596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E9AC71F7-D68A-A9B1-2D85-9AC43E3214DE}"/>
                </a:ext>
              </a:extLst>
            </p:cNvPr>
            <p:cNvSpPr txBox="1"/>
            <p:nvPr/>
          </p:nvSpPr>
          <p:spPr>
            <a:xfrm>
              <a:off x="5063658" y="4616932"/>
              <a:ext cx="5094073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altLang="zh-CN" sz="1800" b="1" dirty="0">
                <a:latin typeface="+mn-ea"/>
                <a:cs typeface="Arial" panose="020B0604020202020204" pitchFamily="34" charset="0"/>
              </a:endParaRPr>
            </a:p>
            <a:p>
              <a:r>
                <a:rPr lang="en-US" altLang="zh-CN" sz="1800" b="1" dirty="0">
                  <a:latin typeface="+mn-ea"/>
                  <a:cs typeface="Arial" panose="020B0604020202020204" pitchFamily="34" charset="0"/>
                </a:rPr>
                <a:t>	</a:t>
              </a:r>
            </a:p>
            <a:p>
              <a:r>
                <a:rPr lang="en-US" altLang="zh-CN" sz="1800" b="1" dirty="0">
                  <a:latin typeface="+mn-ea"/>
                  <a:cs typeface="Arial" panose="020B0604020202020204" pitchFamily="34" charset="0"/>
                </a:rPr>
                <a:t>	</a:t>
              </a:r>
              <a:r>
                <a:rPr lang="en-US" altLang="zh-CN" sz="1800" b="1" dirty="0" err="1">
                  <a:latin typeface="+mn-ea"/>
                  <a:cs typeface="Arial" panose="020B0604020202020204" pitchFamily="34" charset="0"/>
                </a:rPr>
                <a:t>lianggui.wlg@alibaba-inc.com</a:t>
              </a:r>
              <a:endParaRPr lang="en-US" altLang="zh-CN" sz="1800" b="1" dirty="0">
                <a:latin typeface="+mn-ea"/>
                <a:cs typeface="Arial" panose="020B0604020202020204" pitchFamily="34" charset="0"/>
              </a:endParaRPr>
            </a:p>
            <a:p>
              <a:r>
                <a:rPr lang="zh-CN" altLang="en-US" sz="1800" b="1" dirty="0">
                  <a:latin typeface="+mn-ea"/>
                  <a:cs typeface="Arial" panose="020B0604020202020204" pitchFamily="34" charset="0"/>
                </a:rPr>
                <a:t>      </a:t>
              </a:r>
              <a:r>
                <a:rPr lang="en-US" altLang="zh-CN" sz="1800" b="1" dirty="0">
                  <a:latin typeface="+mn-ea"/>
                  <a:cs typeface="Arial" panose="020B0604020202020204" pitchFamily="34" charset="0"/>
                </a:rPr>
                <a:t>		</a:t>
              </a:r>
            </a:p>
            <a:p>
              <a:r>
                <a:rPr lang="en-US" altLang="zh-CN" sz="1800" b="1" dirty="0">
                  <a:latin typeface="+mn-ea"/>
                  <a:cs typeface="Arial" panose="020B0604020202020204" pitchFamily="34" charset="0"/>
                </a:rPr>
                <a:t>	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6180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 algn="l">
          <a:buFont typeface="Arial" panose="020B0604020202020204" pitchFamily="34" charset="0"/>
          <a:buChar char="•"/>
          <a:defRPr sz="2000" dirty="0" smtClean="0">
            <a:latin typeface="Times New Roman" panose="02020603050405020304" pitchFamily="18" charset="0"/>
            <a:ea typeface="Microsoft YaHei" panose="020B0503020204020204" pitchFamily="34" charset="-122"/>
            <a:cs typeface="Times New Roman" panose="02020603050405020304" pitchFamily="18" charset="0"/>
            <a:sym typeface="Wingdings" pitchFamily="2" charset="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163044</TotalTime>
  <Words>1140</Words>
  <Application>Microsoft Macintosh PowerPoint</Application>
  <PresentationFormat>宽屏</PresentationFormat>
  <Paragraphs>351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等线</vt:lpstr>
      <vt:lpstr>等线 Light</vt:lpstr>
      <vt:lpstr>Microsoft YaHei</vt:lpstr>
      <vt:lpstr>Arial</vt:lpstr>
      <vt:lpstr>Calibri</vt:lpstr>
      <vt:lpstr>Verdana</vt:lpstr>
      <vt:lpstr>Wingdings</vt:lpstr>
      <vt:lpstr>Office 主题​​</vt:lpstr>
      <vt:lpstr>BridgeScope: A Universal Toolkit for Bridging   Large Language Models and Databases</vt:lpstr>
      <vt:lpstr>Background</vt:lpstr>
      <vt:lpstr>Background</vt:lpstr>
      <vt:lpstr>Background</vt:lpstr>
      <vt:lpstr>Background</vt:lpstr>
      <vt:lpstr>Background</vt:lpstr>
      <vt:lpstr>BridgeScope Overview</vt:lpstr>
      <vt:lpstr>Context Retrieval</vt:lpstr>
      <vt:lpstr>SQL Execution</vt:lpstr>
      <vt:lpstr>Execution via Proxy</vt:lpstr>
      <vt:lpstr>Experimental Settings</vt:lpstr>
      <vt:lpstr>Experimental Evaluation</vt:lpstr>
      <vt:lpstr>Experimental Evaluation</vt:lpstr>
      <vt:lpstr>Experimental Evaluation</vt:lpstr>
      <vt:lpstr>Conclusions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刘丹丹</cp:lastModifiedBy>
  <cp:revision>61</cp:revision>
  <dcterms:created xsi:type="dcterms:W3CDTF">2022-10-24T11:30:02Z</dcterms:created>
  <dcterms:modified xsi:type="dcterms:W3CDTF">2026-01-20T02:11:23Z</dcterms:modified>
</cp:coreProperties>
</file>